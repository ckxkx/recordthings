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5" r:id="rId11"/>
    <p:sldId id="266" r:id="rId12"/>
    <p:sldId id="267" r:id="rId13"/>
    <p:sldId id="272" r:id="rId14"/>
  </p:sldIdLst>
  <p:sldSz cx="16256000" cy="9144000"/>
  <p:notesSz cx="9144000" cy="16256000"/>
  <p:embeddedFontLst>
    <p:embeddedFont>
      <p:font typeface="阿里妈妈数黑体" pitchFamily="34" charset="-122"/>
      <p:bold r:id="rId18"/>
    </p:embeddedFont>
    <p:embeddedFont>
      <p:font typeface="阿里妈妈数黑体" pitchFamily="34" charset="-120"/>
      <p:bold r:id="rId19"/>
    </p:embeddedFont>
    <p:embeddedFont>
      <p:font typeface="微软雅黑" panose="020B0503020204020204" charset="-122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等线" panose="02010600030101010101" charset="-122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47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hyperlink" Target="&#26032;&#24314;&#25991;&#20214;&#22841;\&#31227;&#21160;&#20114;&#32852;&#32593;.mp4" TargetMode="External"/><Relationship Id="rId2" Type="http://schemas.openxmlformats.org/officeDocument/2006/relationships/image" Target="../media/image15.jpe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hyperlink" Target="&#28436;&#31034;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mcggurus.com/83025aa8485936da0c799c96d8feb6ffab5e6176.jpeg"/>
          <p:cNvPicPr>
            <a:picLocks noChangeAspect="1"/>
          </p:cNvPicPr>
          <p:nvPr/>
        </p:nvPicPr>
        <p:blipFill>
          <a:blip r:embed="rId1">
            <a:alphaModFix amt="20000"/>
          </a:blip>
          <a:srcRect t="7833" b="7833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FFE955">
                  <a:alpha val="15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891540"/>
            <a:ext cx="3492500" cy="558800"/>
          </a:xfrm>
          <a:custGeom>
            <a:avLst/>
            <a:gdLst/>
            <a:ahLst/>
            <a:cxnLst/>
            <a:rect l="l" t="t" r="r" b="b"/>
            <a:pathLst>
              <a:path w="3492500" h="558800">
                <a:moveTo>
                  <a:pt x="279400" y="0"/>
                </a:moveTo>
                <a:lnTo>
                  <a:pt x="3213100" y="0"/>
                </a:lnTo>
                <a:cubicBezTo>
                  <a:pt x="3367305" y="0"/>
                  <a:pt x="3492500" y="125195"/>
                  <a:pt x="3492500" y="279400"/>
                </a:cubicBezTo>
                <a:lnTo>
                  <a:pt x="3492500" y="279400"/>
                </a:lnTo>
                <a:cubicBezTo>
                  <a:pt x="3492500" y="433605"/>
                  <a:pt x="3367305" y="558800"/>
                  <a:pt x="32131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08000" y="891540"/>
            <a:ext cx="3606800" cy="558800"/>
          </a:xfrm>
          <a:prstGeom prst="rect">
            <a:avLst/>
          </a:prstGeom>
          <a:noFill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移动互联网开发 · 期末大作业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059940"/>
            <a:ext cx="5029200" cy="246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扫一下,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永不过期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2186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102860"/>
            <a:ext cx="5905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基于微信小程序的保质期智能管家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5966460"/>
            <a:ext cx="2184400" cy="660400"/>
          </a:xfrm>
          <a:custGeom>
            <a:avLst/>
            <a:gdLst/>
            <a:ahLst/>
            <a:cxnLst/>
            <a:rect l="l" t="t" r="r" b="b"/>
            <a:pathLst>
              <a:path w="2184400" h="660400">
                <a:moveTo>
                  <a:pt x="101603" y="0"/>
                </a:moveTo>
                <a:lnTo>
                  <a:pt x="2082797" y="0"/>
                </a:lnTo>
                <a:cubicBezTo>
                  <a:pt x="2138911" y="0"/>
                  <a:pt x="2184400" y="45489"/>
                  <a:pt x="2184400" y="101603"/>
                </a:cubicBezTo>
                <a:lnTo>
                  <a:pt x="2184400" y="558797"/>
                </a:lnTo>
                <a:cubicBezTo>
                  <a:pt x="2184400" y="614911"/>
                  <a:pt x="2138911" y="660400"/>
                  <a:pt x="2082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81050" y="614426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9314" y="99774"/>
                </a:moveTo>
                <a:cubicBezTo>
                  <a:pt x="233124" y="99774"/>
                  <a:pt x="236815" y="99953"/>
                  <a:pt x="240506" y="100429"/>
                </a:cubicBezTo>
                <a:cubicBezTo>
                  <a:pt x="230624" y="53757"/>
                  <a:pt x="180558" y="19050"/>
                  <a:pt x="123646" y="19050"/>
                </a:cubicBezTo>
                <a:cubicBezTo>
                  <a:pt x="59829" y="19050"/>
                  <a:pt x="7739" y="62389"/>
                  <a:pt x="7739" y="117515"/>
                </a:cubicBezTo>
                <a:cubicBezTo>
                  <a:pt x="7739" y="149304"/>
                  <a:pt x="25182" y="175558"/>
                  <a:pt x="54114" y="195858"/>
                </a:cubicBezTo>
                <a:lnTo>
                  <a:pt x="42624" y="230743"/>
                </a:lnTo>
                <a:lnTo>
                  <a:pt x="83106" y="210443"/>
                </a:lnTo>
                <a:cubicBezTo>
                  <a:pt x="97631" y="213300"/>
                  <a:pt x="109180" y="216218"/>
                  <a:pt x="123706" y="216218"/>
                </a:cubicBezTo>
                <a:cubicBezTo>
                  <a:pt x="127397" y="216218"/>
                  <a:pt x="130909" y="216039"/>
                  <a:pt x="134600" y="215741"/>
                </a:cubicBezTo>
                <a:cubicBezTo>
                  <a:pt x="132219" y="208062"/>
                  <a:pt x="130909" y="199906"/>
                  <a:pt x="130909" y="191452"/>
                </a:cubicBezTo>
                <a:cubicBezTo>
                  <a:pt x="130850" y="140910"/>
                  <a:pt x="174308" y="99774"/>
                  <a:pt x="229314" y="99774"/>
                </a:cubicBezTo>
                <a:close/>
                <a:moveTo>
                  <a:pt x="167104" y="68282"/>
                </a:moveTo>
                <a:cubicBezTo>
                  <a:pt x="175736" y="68282"/>
                  <a:pt x="181511" y="74057"/>
                  <a:pt x="181511" y="82808"/>
                </a:cubicBezTo>
                <a:cubicBezTo>
                  <a:pt x="181511" y="91440"/>
                  <a:pt x="175736" y="97215"/>
                  <a:pt x="167104" y="97215"/>
                </a:cubicBezTo>
                <a:cubicBezTo>
                  <a:pt x="158294" y="97215"/>
                  <a:pt x="149662" y="91440"/>
                  <a:pt x="149662" y="82808"/>
                </a:cubicBezTo>
                <a:cubicBezTo>
                  <a:pt x="149721" y="74057"/>
                  <a:pt x="158353" y="68282"/>
                  <a:pt x="167104" y="68282"/>
                </a:cubicBezTo>
                <a:close/>
                <a:moveTo>
                  <a:pt x="85904" y="97215"/>
                </a:moveTo>
                <a:cubicBezTo>
                  <a:pt x="77272" y="97215"/>
                  <a:pt x="68461" y="91440"/>
                  <a:pt x="68461" y="82808"/>
                </a:cubicBezTo>
                <a:cubicBezTo>
                  <a:pt x="68461" y="73997"/>
                  <a:pt x="77272" y="68282"/>
                  <a:pt x="85904" y="68282"/>
                </a:cubicBezTo>
                <a:cubicBezTo>
                  <a:pt x="94714" y="68282"/>
                  <a:pt x="100429" y="74057"/>
                  <a:pt x="100429" y="82808"/>
                </a:cubicBezTo>
                <a:cubicBezTo>
                  <a:pt x="100429" y="91500"/>
                  <a:pt x="94714" y="97215"/>
                  <a:pt x="85904" y="97215"/>
                </a:cubicBezTo>
                <a:close/>
                <a:moveTo>
                  <a:pt x="335161" y="190143"/>
                </a:moveTo>
                <a:cubicBezTo>
                  <a:pt x="335161" y="143768"/>
                  <a:pt x="288786" y="106025"/>
                  <a:pt x="236696" y="106025"/>
                </a:cubicBezTo>
                <a:cubicBezTo>
                  <a:pt x="181511" y="106025"/>
                  <a:pt x="138232" y="143768"/>
                  <a:pt x="138232" y="190143"/>
                </a:cubicBezTo>
                <a:cubicBezTo>
                  <a:pt x="138232" y="236518"/>
                  <a:pt x="181570" y="274260"/>
                  <a:pt x="236696" y="274260"/>
                </a:cubicBezTo>
                <a:cubicBezTo>
                  <a:pt x="248186" y="274260"/>
                  <a:pt x="259854" y="271224"/>
                  <a:pt x="271582" y="268367"/>
                </a:cubicBezTo>
                <a:lnTo>
                  <a:pt x="303371" y="285810"/>
                </a:lnTo>
                <a:lnTo>
                  <a:pt x="294561" y="256877"/>
                </a:lnTo>
                <a:cubicBezTo>
                  <a:pt x="317897" y="239375"/>
                  <a:pt x="335161" y="216218"/>
                  <a:pt x="335161" y="190143"/>
                </a:cubicBezTo>
                <a:close/>
                <a:moveTo>
                  <a:pt x="204728" y="175558"/>
                </a:moveTo>
                <a:cubicBezTo>
                  <a:pt x="198953" y="175558"/>
                  <a:pt x="193238" y="169783"/>
                  <a:pt x="193238" y="163890"/>
                </a:cubicBezTo>
                <a:cubicBezTo>
                  <a:pt x="193238" y="158115"/>
                  <a:pt x="199013" y="152400"/>
                  <a:pt x="204728" y="152400"/>
                </a:cubicBezTo>
                <a:cubicBezTo>
                  <a:pt x="213539" y="152400"/>
                  <a:pt x="219254" y="158175"/>
                  <a:pt x="219254" y="163890"/>
                </a:cubicBezTo>
                <a:cubicBezTo>
                  <a:pt x="219254" y="169843"/>
                  <a:pt x="213479" y="175558"/>
                  <a:pt x="204728" y="175558"/>
                </a:cubicBezTo>
                <a:close/>
                <a:moveTo>
                  <a:pt x="268486" y="175558"/>
                </a:moveTo>
                <a:cubicBezTo>
                  <a:pt x="262711" y="175558"/>
                  <a:pt x="256996" y="169783"/>
                  <a:pt x="256996" y="163890"/>
                </a:cubicBezTo>
                <a:cubicBezTo>
                  <a:pt x="256996" y="158115"/>
                  <a:pt x="262771" y="152400"/>
                  <a:pt x="268486" y="152400"/>
                </a:cubicBezTo>
                <a:cubicBezTo>
                  <a:pt x="277118" y="152400"/>
                  <a:pt x="283012" y="158175"/>
                  <a:pt x="283012" y="163890"/>
                </a:cubicBezTo>
                <a:cubicBezTo>
                  <a:pt x="283071" y="169843"/>
                  <a:pt x="277118" y="175558"/>
                  <a:pt x="268486" y="175558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95400" y="6118860"/>
            <a:ext cx="125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微信小程序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97200" y="5966460"/>
            <a:ext cx="1955800" cy="660400"/>
          </a:xfrm>
          <a:custGeom>
            <a:avLst/>
            <a:gdLst/>
            <a:ahLst/>
            <a:cxnLst/>
            <a:rect l="l" t="t" r="r" b="b"/>
            <a:pathLst>
              <a:path w="1955800" h="660400">
                <a:moveTo>
                  <a:pt x="101603" y="0"/>
                </a:moveTo>
                <a:lnTo>
                  <a:pt x="1854197" y="0"/>
                </a:lnTo>
                <a:cubicBezTo>
                  <a:pt x="1910311" y="0"/>
                  <a:pt x="1955800" y="45489"/>
                  <a:pt x="1955800" y="101603"/>
                </a:cubicBezTo>
                <a:lnTo>
                  <a:pt x="1955800" y="558797"/>
                </a:lnTo>
                <a:cubicBezTo>
                  <a:pt x="1955800" y="614911"/>
                  <a:pt x="1910311" y="660400"/>
                  <a:pt x="1854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308350" y="614426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95250"/>
                </a:moveTo>
                <a:lnTo>
                  <a:pt x="76200" y="95250"/>
                </a:lnTo>
                <a:lnTo>
                  <a:pt x="76200" y="57150"/>
                </a:lnTo>
                <a:lnTo>
                  <a:pt x="38100" y="57150"/>
                </a:lnTo>
                <a:lnTo>
                  <a:pt x="38100" y="95250"/>
                </a:lnTo>
                <a:close/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104775"/>
                </a:lnTo>
                <a:cubicBezTo>
                  <a:pt x="114300" y="120551"/>
                  <a:pt x="101501" y="133350"/>
                  <a:pt x="85725" y="133350"/>
                </a:cubicBez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  <a:moveTo>
                  <a:pt x="38100" y="247650"/>
                </a:moveTo>
                <a:lnTo>
                  <a:pt x="76200" y="247650"/>
                </a:lnTo>
                <a:lnTo>
                  <a:pt x="76200" y="209550"/>
                </a:lnTo>
                <a:lnTo>
                  <a:pt x="38100" y="209550"/>
                </a:lnTo>
                <a:lnTo>
                  <a:pt x="38100" y="247650"/>
                </a:lnTo>
                <a:close/>
                <a:moveTo>
                  <a:pt x="0" y="200025"/>
                </a:moveTo>
                <a:cubicBezTo>
                  <a:pt x="0" y="184249"/>
                  <a:pt x="12799" y="171450"/>
                  <a:pt x="28575" y="171450"/>
                </a:cubicBezTo>
                <a:lnTo>
                  <a:pt x="85725" y="171450"/>
                </a:lnTo>
                <a:cubicBezTo>
                  <a:pt x="101501" y="171450"/>
                  <a:pt x="114300" y="184249"/>
                  <a:pt x="114300" y="200025"/>
                </a:cubicBezTo>
                <a:lnTo>
                  <a:pt x="114300" y="257175"/>
                </a:lnTo>
                <a:cubicBezTo>
                  <a:pt x="114300" y="272951"/>
                  <a:pt x="101501" y="285750"/>
                  <a:pt x="85725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200025"/>
                </a:lnTo>
                <a:close/>
                <a:moveTo>
                  <a:pt x="190500" y="57150"/>
                </a:moveTo>
                <a:lnTo>
                  <a:pt x="190500" y="95250"/>
                </a:lnTo>
                <a:lnTo>
                  <a:pt x="228600" y="95250"/>
                </a:lnTo>
                <a:lnTo>
                  <a:pt x="228600" y="57150"/>
                </a:lnTo>
                <a:lnTo>
                  <a:pt x="190500" y="57150"/>
                </a:lnTo>
                <a:close/>
                <a:moveTo>
                  <a:pt x="180975" y="19050"/>
                </a:moveTo>
                <a:lnTo>
                  <a:pt x="238125" y="19050"/>
                </a:lnTo>
                <a:cubicBezTo>
                  <a:pt x="253901" y="19050"/>
                  <a:pt x="266700" y="31849"/>
                  <a:pt x="266700" y="47625"/>
                </a:cubicBezTo>
                <a:lnTo>
                  <a:pt x="266700" y="104775"/>
                </a:lnTo>
                <a:cubicBezTo>
                  <a:pt x="266700" y="120551"/>
                  <a:pt x="253901" y="133350"/>
                  <a:pt x="238125" y="133350"/>
                </a:cubicBezTo>
                <a:lnTo>
                  <a:pt x="180975" y="133350"/>
                </a:lnTo>
                <a:cubicBezTo>
                  <a:pt x="165199" y="133350"/>
                  <a:pt x="152400" y="120551"/>
                  <a:pt x="152400" y="104775"/>
                </a:cubicBezTo>
                <a:lnTo>
                  <a:pt x="152400" y="47625"/>
                </a:lnTo>
                <a:cubicBezTo>
                  <a:pt x="152400" y="31849"/>
                  <a:pt x="165199" y="19050"/>
                  <a:pt x="180975" y="19050"/>
                </a:cubicBezTo>
                <a:close/>
                <a:moveTo>
                  <a:pt x="171450" y="209550"/>
                </a:moveTo>
                <a:cubicBezTo>
                  <a:pt x="160936" y="209550"/>
                  <a:pt x="152400" y="201014"/>
                  <a:pt x="152400" y="190500"/>
                </a:cubicBezTo>
                <a:cubicBezTo>
                  <a:pt x="152400" y="179986"/>
                  <a:pt x="160936" y="171450"/>
                  <a:pt x="171450" y="171450"/>
                </a:cubicBezTo>
                <a:cubicBezTo>
                  <a:pt x="181964" y="171450"/>
                  <a:pt x="190500" y="179986"/>
                  <a:pt x="190500" y="190500"/>
                </a:cubicBezTo>
                <a:cubicBezTo>
                  <a:pt x="190500" y="201014"/>
                  <a:pt x="181964" y="209550"/>
                  <a:pt x="171450" y="209550"/>
                </a:cubicBezTo>
                <a:close/>
                <a:moveTo>
                  <a:pt x="171450" y="247650"/>
                </a:moveTo>
                <a:cubicBezTo>
                  <a:pt x="181987" y="247650"/>
                  <a:pt x="190500" y="256163"/>
                  <a:pt x="190500" y="266700"/>
                </a:cubicBezTo>
                <a:cubicBezTo>
                  <a:pt x="190500" y="277237"/>
                  <a:pt x="181987" y="285750"/>
                  <a:pt x="171450" y="285750"/>
                </a:cubicBezTo>
                <a:cubicBezTo>
                  <a:pt x="160913" y="285750"/>
                  <a:pt x="152400" y="277237"/>
                  <a:pt x="152400" y="266700"/>
                </a:cubicBezTo>
                <a:cubicBezTo>
                  <a:pt x="152400" y="256163"/>
                  <a:pt x="160913" y="247650"/>
                  <a:pt x="171450" y="247650"/>
                </a:cubicBezTo>
                <a:close/>
                <a:moveTo>
                  <a:pt x="228600" y="266700"/>
                </a:moveTo>
                <a:cubicBezTo>
                  <a:pt x="228600" y="256163"/>
                  <a:pt x="237113" y="247650"/>
                  <a:pt x="247650" y="247650"/>
                </a:cubicBezTo>
                <a:cubicBezTo>
                  <a:pt x="258187" y="247650"/>
                  <a:pt x="266700" y="256163"/>
                  <a:pt x="266700" y="266700"/>
                </a:cubicBezTo>
                <a:cubicBezTo>
                  <a:pt x="266700" y="277237"/>
                  <a:pt x="258187" y="285750"/>
                  <a:pt x="247650" y="285750"/>
                </a:cubicBezTo>
                <a:cubicBezTo>
                  <a:pt x="237113" y="285750"/>
                  <a:pt x="228600" y="277237"/>
                  <a:pt x="228600" y="266700"/>
                </a:cubicBezTo>
                <a:close/>
                <a:moveTo>
                  <a:pt x="247650" y="209550"/>
                </a:moveTo>
                <a:cubicBezTo>
                  <a:pt x="237136" y="209550"/>
                  <a:pt x="228600" y="201014"/>
                  <a:pt x="228600" y="190500"/>
                </a:cubicBezTo>
                <a:cubicBezTo>
                  <a:pt x="228600" y="179986"/>
                  <a:pt x="237136" y="171450"/>
                  <a:pt x="247650" y="171450"/>
                </a:cubicBezTo>
                <a:cubicBezTo>
                  <a:pt x="258164" y="171450"/>
                  <a:pt x="266700" y="179986"/>
                  <a:pt x="266700" y="190500"/>
                </a:cubicBezTo>
                <a:cubicBezTo>
                  <a:pt x="266700" y="201014"/>
                  <a:pt x="258164" y="209550"/>
                  <a:pt x="247650" y="209550"/>
                </a:cubicBezTo>
                <a:close/>
                <a:moveTo>
                  <a:pt x="228600" y="228600"/>
                </a:moveTo>
                <a:cubicBezTo>
                  <a:pt x="228600" y="239114"/>
                  <a:pt x="220064" y="247650"/>
                  <a:pt x="209550" y="247650"/>
                </a:cubicBezTo>
                <a:cubicBezTo>
                  <a:pt x="199036" y="247650"/>
                  <a:pt x="190500" y="239114"/>
                  <a:pt x="190500" y="228600"/>
                </a:cubicBezTo>
                <a:cubicBezTo>
                  <a:pt x="190500" y="218086"/>
                  <a:pt x="199036" y="209550"/>
                  <a:pt x="209550" y="209550"/>
                </a:cubicBezTo>
                <a:cubicBezTo>
                  <a:pt x="220064" y="209550"/>
                  <a:pt x="228600" y="218086"/>
                  <a:pt x="228600" y="22860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784600" y="611886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扫码录入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7800" y="5966460"/>
            <a:ext cx="1955800" cy="660400"/>
          </a:xfrm>
          <a:custGeom>
            <a:avLst/>
            <a:gdLst/>
            <a:ahLst/>
            <a:cxnLst/>
            <a:rect l="l" t="t" r="r" b="b"/>
            <a:pathLst>
              <a:path w="1955800" h="660400">
                <a:moveTo>
                  <a:pt x="101603" y="0"/>
                </a:moveTo>
                <a:lnTo>
                  <a:pt x="1854197" y="0"/>
                </a:lnTo>
                <a:cubicBezTo>
                  <a:pt x="1910311" y="0"/>
                  <a:pt x="1955800" y="45489"/>
                  <a:pt x="1955800" y="101603"/>
                </a:cubicBezTo>
                <a:lnTo>
                  <a:pt x="1955800" y="558797"/>
                </a:lnTo>
                <a:cubicBezTo>
                  <a:pt x="1955800" y="614911"/>
                  <a:pt x="1910311" y="660400"/>
                  <a:pt x="1854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568950" y="614426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045200" y="611886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智能提醒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8000" y="7975600"/>
            <a:ext cx="1244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姓名 / 学号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8000" y="8331200"/>
            <a:ext cx="1231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2025-12-26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4122400" y="70104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203200" y="0"/>
                </a:moveTo>
                <a:lnTo>
                  <a:pt x="1422400" y="0"/>
                </a:lnTo>
                <a:cubicBezTo>
                  <a:pt x="1534549" y="0"/>
                  <a:pt x="1625600" y="91051"/>
                  <a:pt x="1625600" y="203200"/>
                </a:cubicBezTo>
                <a:lnTo>
                  <a:pt x="1625600" y="1422400"/>
                </a:lnTo>
                <a:cubicBezTo>
                  <a:pt x="1625600" y="1534549"/>
                  <a:pt x="1534549" y="1625600"/>
                  <a:pt x="14224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4224000" y="71120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152396" y="0"/>
                </a:moveTo>
                <a:lnTo>
                  <a:pt x="1270004" y="0"/>
                </a:lnTo>
                <a:cubicBezTo>
                  <a:pt x="1354114" y="0"/>
                  <a:pt x="1422400" y="68286"/>
                  <a:pt x="1422400" y="152396"/>
                </a:cubicBezTo>
                <a:lnTo>
                  <a:pt x="1422400" y="1270004"/>
                </a:lnTo>
                <a:cubicBezTo>
                  <a:pt x="1422400" y="1354114"/>
                  <a:pt x="1354114" y="1422400"/>
                  <a:pt x="1270004" y="1422400"/>
                </a:cubicBezTo>
                <a:lnTo>
                  <a:pt x="152396" y="1422400"/>
                </a:lnTo>
                <a:cubicBezTo>
                  <a:pt x="68286" y="1422400"/>
                  <a:pt x="0" y="1354114"/>
                  <a:pt x="0" y="12700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14668500" y="7518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17684" y="83463"/>
                </a:moveTo>
                <a:cubicBezTo>
                  <a:pt x="534710" y="95845"/>
                  <a:pt x="538520" y="119658"/>
                  <a:pt x="526137" y="136684"/>
                </a:cubicBezTo>
                <a:lnTo>
                  <a:pt x="221337" y="555784"/>
                </a:lnTo>
                <a:cubicBezTo>
                  <a:pt x="214789" y="564833"/>
                  <a:pt x="204668" y="570428"/>
                  <a:pt x="193477" y="571381"/>
                </a:cubicBezTo>
                <a:cubicBezTo>
                  <a:pt x="182285" y="572333"/>
                  <a:pt x="171450" y="568166"/>
                  <a:pt x="163592" y="560308"/>
                </a:cubicBezTo>
                <a:lnTo>
                  <a:pt x="11192" y="407908"/>
                </a:lnTo>
                <a:cubicBezTo>
                  <a:pt x="-3691" y="393025"/>
                  <a:pt x="-3691" y="368856"/>
                  <a:pt x="11192" y="353973"/>
                </a:cubicBezTo>
                <a:cubicBezTo>
                  <a:pt x="26075" y="339090"/>
                  <a:pt x="50244" y="339090"/>
                  <a:pt x="65127" y="353973"/>
                </a:cubicBezTo>
                <a:lnTo>
                  <a:pt x="185976" y="474821"/>
                </a:lnTo>
                <a:lnTo>
                  <a:pt x="464582" y="91797"/>
                </a:lnTo>
                <a:cubicBezTo>
                  <a:pt x="476964" y="74771"/>
                  <a:pt x="500777" y="70961"/>
                  <a:pt x="517803" y="83344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711200"/>
          </a:xfrm>
          <a:custGeom>
            <a:avLst/>
            <a:gdLst/>
            <a:ahLst/>
            <a:cxnLst/>
            <a:rect l="l" t="t" r="r" b="b"/>
            <a:pathLst>
              <a:path w="101600" h="7112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660400"/>
                </a:lnTo>
                <a:cubicBezTo>
                  <a:pt x="101600" y="688437"/>
                  <a:pt x="78837" y="711200"/>
                  <a:pt x="50800" y="711200"/>
                </a:cubicBez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58800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371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2720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7272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4890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00100" y="2489041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413000"/>
            <a:ext cx="177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选题痛点</a:t>
            </a:r>
            <a:endParaRPr 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76400" y="2870200"/>
            <a:ext cx="2799715" cy="252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记忆、手写、信息丢失</a:t>
            </a:r>
            <a:endParaRPr lang="zh-CN" alt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8014" y="172720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698014" y="17272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28214" y="24890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64714" y="2489041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41014" y="2413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1014" y="2870041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三大核心亮点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61993" y="172720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862628" y="17272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192828" y="24890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129328" y="2489041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05945" y="2413000"/>
            <a:ext cx="3106420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功能 Walkthrough</a:t>
            </a:r>
            <a:endParaRPr 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05628" y="2975451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真机截图演示</a:t>
            </a:r>
            <a:endParaRPr lang="en-US" sz="1600" dirty="0"/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411480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33400" y="41148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" y="48766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00100" y="4876642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25600" y="4882515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 功能总览</a:t>
            </a:r>
            <a:endParaRPr 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25600" y="5257800"/>
            <a:ext cx="301498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三Tab导航:总览 / 库存 / 更多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00100" y="7264242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</p:txBody>
      </p:sp>
      <p:sp>
        <p:nvSpPr>
          <p:cNvPr id="56" name="Shape 21"/>
          <p:cNvSpPr/>
          <p:nvPr/>
        </p:nvSpPr>
        <p:spPr>
          <a:xfrm>
            <a:off x="5681980" y="421005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7" name="Text 24"/>
          <p:cNvSpPr/>
          <p:nvPr/>
        </p:nvSpPr>
        <p:spPr>
          <a:xfrm>
            <a:off x="6208395" y="4800442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59" name="Shape 23"/>
          <p:cNvSpPr/>
          <p:nvPr/>
        </p:nvSpPr>
        <p:spPr>
          <a:xfrm>
            <a:off x="6231255" y="48004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208607" y="4899575"/>
            <a:ext cx="5418667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841067" y="4766225"/>
            <a:ext cx="5418667" cy="82994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 总览页 | 列表与标签</a:t>
            </a:r>
            <a:endParaRPr lang="en-US" sz="2400" dirty="0"/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45207" y="5239300"/>
            <a:ext cx="5418667" cy="70675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颜色编码系统,让食品状态一目了然</a:t>
            </a:r>
            <a:endParaRPr lang="en-US" sz="1600" dirty="0">
              <a:solidFill>
                <a:srgbClr val="2C3E50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6" name="Shape 22"/>
          <p:cNvSpPr/>
          <p:nvPr/>
        </p:nvSpPr>
        <p:spPr>
          <a:xfrm>
            <a:off x="5715635" y="41148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67" name="Shape 21"/>
          <p:cNvSpPr/>
          <p:nvPr/>
        </p:nvSpPr>
        <p:spPr>
          <a:xfrm>
            <a:off x="10857230" y="433705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8" name="Shape 22"/>
          <p:cNvSpPr/>
          <p:nvPr/>
        </p:nvSpPr>
        <p:spPr>
          <a:xfrm>
            <a:off x="10913745" y="43688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70" name="Shape 23"/>
          <p:cNvSpPr/>
          <p:nvPr/>
        </p:nvSpPr>
        <p:spPr>
          <a:xfrm>
            <a:off x="11193145" y="48766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1193357" y="4926880"/>
            <a:ext cx="5418667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802957" y="4800515"/>
            <a:ext cx="5418667" cy="107632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库存页 | 数据看板</a:t>
            </a:r>
            <a:endParaRPr lang="en-US" sz="2400" dirty="0"/>
          </a:p>
          <a:p>
            <a:pPr algn="l"/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实时库存数据,让管理更科学</a:t>
            </a:r>
            <a:endParaRPr lang="en-US" sz="1600" dirty="0">
              <a:solidFill>
                <a:srgbClr val="2C3E50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3" name="Shape 21"/>
          <p:cNvSpPr/>
          <p:nvPr/>
        </p:nvSpPr>
        <p:spPr>
          <a:xfrm>
            <a:off x="609600" y="647065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74" name="Shape 22"/>
          <p:cNvSpPr/>
          <p:nvPr/>
        </p:nvSpPr>
        <p:spPr>
          <a:xfrm>
            <a:off x="558800" y="647065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75" name="Shape 23"/>
          <p:cNvSpPr/>
          <p:nvPr/>
        </p:nvSpPr>
        <p:spPr>
          <a:xfrm>
            <a:off x="800100" y="70102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711200" y="7037705"/>
            <a:ext cx="825500" cy="531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964767" y="6959515"/>
            <a:ext cx="5418667" cy="46037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08</a:t>
            </a:r>
            <a:endParaRPr lang="en-US" altLang="zh-CN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422295" y="7010633"/>
            <a:ext cx="5418667" cy="107632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添加物品 | 三种录入方式</a:t>
            </a:r>
            <a:endParaRPr lang="en-US" sz="2400" dirty="0"/>
          </a:p>
          <a:p>
            <a:pPr algn="l"/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右下角蓝色+号,覆盖99%线下场景</a:t>
            </a:r>
            <a:endParaRPr lang="en-US" sz="1600" dirty="0">
              <a:solidFill>
                <a:srgbClr val="2C3E50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Shape 21"/>
          <p:cNvSpPr/>
          <p:nvPr/>
        </p:nvSpPr>
        <p:spPr>
          <a:xfrm>
            <a:off x="5766435" y="658495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0" name="Shape 22"/>
          <p:cNvSpPr/>
          <p:nvPr/>
        </p:nvSpPr>
        <p:spPr>
          <a:xfrm>
            <a:off x="5681980" y="634365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82" name="Shape 23"/>
          <p:cNvSpPr/>
          <p:nvPr/>
        </p:nvSpPr>
        <p:spPr>
          <a:xfrm>
            <a:off x="5964555" y="69594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6028055" y="7037705"/>
            <a:ext cx="497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526107" y="6959515"/>
            <a:ext cx="5418667" cy="107632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手动录入页 | 字段拆解</a:t>
            </a:r>
            <a:endParaRPr lang="en-US" sz="2400" dirty="0"/>
          </a:p>
          <a:p>
            <a:pPr algn="l">
              <a:buClrTx/>
              <a:buSzTx/>
              <a:buFontTx/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智能表单设计,提升录入效率</a:t>
            </a:r>
            <a:endParaRPr lang="en-US" sz="1600" dirty="0">
              <a:solidFill>
                <a:srgbClr val="2C3E50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5" name="Shape 21"/>
          <p:cNvSpPr/>
          <p:nvPr/>
        </p:nvSpPr>
        <p:spPr>
          <a:xfrm>
            <a:off x="10913745" y="658495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37097" y="0"/>
                </a:lnTo>
                <a:cubicBezTo>
                  <a:pt x="4821267" y="0"/>
                  <a:pt x="4889500" y="68233"/>
                  <a:pt x="4889500" y="152403"/>
                </a:cubicBezTo>
                <a:lnTo>
                  <a:pt x="4889500" y="1981197"/>
                </a:lnTo>
                <a:cubicBezTo>
                  <a:pt x="4889500" y="2065367"/>
                  <a:pt x="4821267" y="2133600"/>
                  <a:pt x="4737097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6" name="Shape 22"/>
          <p:cNvSpPr/>
          <p:nvPr/>
        </p:nvSpPr>
        <p:spPr>
          <a:xfrm>
            <a:off x="10964545" y="658495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87" name="Shape 23"/>
          <p:cNvSpPr/>
          <p:nvPr/>
        </p:nvSpPr>
        <p:spPr>
          <a:xfrm>
            <a:off x="11129645" y="69594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p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8725112" y="6959515"/>
            <a:ext cx="5418667" cy="46037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09</a:t>
            </a:r>
            <a:endParaRPr lang="en-US" sz="20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1627697" y="6959515"/>
            <a:ext cx="5418667" cy="75565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sym typeface="+mn-ea"/>
              </a:rPr>
              <a:t>文档批量导入 | 200条上限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6.8秒完成200条导入,比单条扫码快27倍</a:t>
            </a:r>
            <a:endParaRPr lang="en-US" sz="1600" dirty="0">
              <a:solidFill>
                <a:srgbClr val="2C3E50">
                  <a:alpha val="7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609600" y="3860800"/>
            <a:ext cx="4404995" cy="20828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Shape 24"/>
          <p:cNvSpPr/>
          <p:nvPr/>
        </p:nvSpPr>
        <p:spPr>
          <a:xfrm>
            <a:off x="584200" y="3987800"/>
            <a:ext cx="4267200" cy="2082800"/>
          </a:xfrm>
          <a:custGeom>
            <a:avLst/>
            <a:gdLst/>
            <a:ahLst/>
            <a:cxnLst/>
            <a:rect l="l" t="t" r="r" b="b"/>
            <a:pathLst>
              <a:path w="4267200" h="2082800">
                <a:moveTo>
                  <a:pt x="152398" y="0"/>
                </a:moveTo>
                <a:lnTo>
                  <a:pt x="4114802" y="0"/>
                </a:lnTo>
                <a:cubicBezTo>
                  <a:pt x="4198969" y="0"/>
                  <a:pt x="4267200" y="68231"/>
                  <a:pt x="4267200" y="152398"/>
                </a:cubicBezTo>
                <a:lnTo>
                  <a:pt x="4267200" y="1930402"/>
                </a:lnTo>
                <a:cubicBezTo>
                  <a:pt x="4267200" y="2014569"/>
                  <a:pt x="4198969" y="2082800"/>
                  <a:pt x="41148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508000" y="508000"/>
            <a:ext cx="101600" cy="711200"/>
          </a:xfrm>
          <a:custGeom>
            <a:avLst/>
            <a:gdLst/>
            <a:ahLst/>
            <a:cxnLst/>
            <a:rect l="l" t="t" r="r" b="b"/>
            <a:pathLst>
              <a:path w="101600" h="7112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660400"/>
                </a:lnTo>
                <a:cubicBezTo>
                  <a:pt x="101600" y="688437"/>
                  <a:pt x="78837" y="711200"/>
                  <a:pt x="50800" y="711200"/>
                </a:cubicBez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58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 选题痛点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3208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食品保质期管理的三大核心痛点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600" y="5608320"/>
            <a:ext cx="441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65362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6649719"/>
            <a:ext cx="4267200" cy="10160"/>
          </a:xfrm>
          <a:custGeom>
            <a:avLst/>
            <a:gdLst/>
            <a:ahLst/>
            <a:cxnLst/>
            <a:rect l="l" t="t" r="r" b="b"/>
            <a:pathLst>
              <a:path w="4267200" h="10160">
                <a:moveTo>
                  <a:pt x="0" y="0"/>
                </a:moveTo>
                <a:lnTo>
                  <a:pt x="4267200" y="0"/>
                </a:lnTo>
                <a:lnTo>
                  <a:pt x="42672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89600" y="2032000"/>
            <a:ext cx="4876800" cy="5435600"/>
          </a:xfrm>
          <a:custGeom>
            <a:avLst/>
            <a:gdLst/>
            <a:ahLst/>
            <a:cxnLst/>
            <a:rect l="l" t="t" r="r" b="b"/>
            <a:pathLst>
              <a:path w="4876800" h="5435600">
                <a:moveTo>
                  <a:pt x="101600" y="0"/>
                </a:moveTo>
                <a:lnTo>
                  <a:pt x="4775200" y="0"/>
                </a:lnTo>
                <a:cubicBezTo>
                  <a:pt x="4831312" y="0"/>
                  <a:pt x="4876800" y="45488"/>
                  <a:pt x="4876800" y="101600"/>
                </a:cubicBezTo>
                <a:lnTo>
                  <a:pt x="4876800" y="5232384"/>
                </a:lnTo>
                <a:cubicBezTo>
                  <a:pt x="4876800" y="5344617"/>
                  <a:pt x="4785817" y="5435600"/>
                  <a:pt x="4673584" y="5435600"/>
                </a:cubicBezTo>
                <a:lnTo>
                  <a:pt x="203216" y="5435600"/>
                </a:lnTo>
                <a:cubicBezTo>
                  <a:pt x="90983" y="5435600"/>
                  <a:pt x="0" y="5344617"/>
                  <a:pt x="0" y="5232384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689600" y="2032000"/>
            <a:ext cx="4876800" cy="101600"/>
          </a:xfrm>
          <a:custGeom>
            <a:avLst/>
            <a:gdLst/>
            <a:ahLst/>
            <a:cxnLst/>
            <a:rect l="l" t="t" r="r" b="b"/>
            <a:pathLst>
              <a:path w="4876800" h="101600">
                <a:moveTo>
                  <a:pt x="101600" y="0"/>
                </a:moveTo>
                <a:lnTo>
                  <a:pt x="4775200" y="0"/>
                </a:lnTo>
                <a:cubicBezTo>
                  <a:pt x="4831275" y="0"/>
                  <a:pt x="4876800" y="45525"/>
                  <a:pt x="4876800" y="101600"/>
                </a:cubicBezTo>
                <a:lnTo>
                  <a:pt x="4876800" y="101600"/>
                </a:lnTo>
                <a:lnTo>
                  <a:pt x="0" y="1016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9944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955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213475" y="260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2607" y="15776"/>
                </a:moveTo>
                <a:lnTo>
                  <a:pt x="229195" y="49188"/>
                </a:lnTo>
                <a:lnTo>
                  <a:pt x="331812" y="151805"/>
                </a:lnTo>
                <a:lnTo>
                  <a:pt x="365224" y="118393"/>
                </a:lnTo>
                <a:cubicBezTo>
                  <a:pt x="375345" y="108347"/>
                  <a:pt x="381000" y="94655"/>
                  <a:pt x="381000" y="80367"/>
                </a:cubicBezTo>
                <a:cubicBezTo>
                  <a:pt x="381000" y="66080"/>
                  <a:pt x="375345" y="52388"/>
                  <a:pt x="365224" y="42342"/>
                </a:cubicBezTo>
                <a:lnTo>
                  <a:pt x="338658" y="15776"/>
                </a:lnTo>
                <a:cubicBezTo>
                  <a:pt x="328613" y="5655"/>
                  <a:pt x="314920" y="0"/>
                  <a:pt x="300633" y="0"/>
                </a:cubicBezTo>
                <a:cubicBezTo>
                  <a:pt x="286345" y="0"/>
                  <a:pt x="272653" y="5655"/>
                  <a:pt x="262607" y="15776"/>
                </a:cubicBezTo>
                <a:close/>
                <a:moveTo>
                  <a:pt x="203969" y="74414"/>
                </a:moveTo>
                <a:lnTo>
                  <a:pt x="43830" y="234479"/>
                </a:lnTo>
                <a:cubicBezTo>
                  <a:pt x="35868" y="242441"/>
                  <a:pt x="30063" y="252413"/>
                  <a:pt x="27012" y="263277"/>
                </a:cubicBezTo>
                <a:lnTo>
                  <a:pt x="670" y="358378"/>
                </a:lnTo>
                <a:cubicBezTo>
                  <a:pt x="-1042" y="364554"/>
                  <a:pt x="670" y="371252"/>
                  <a:pt x="5283" y="375791"/>
                </a:cubicBezTo>
                <a:cubicBezTo>
                  <a:pt x="9897" y="380330"/>
                  <a:pt x="16520" y="382116"/>
                  <a:pt x="22696" y="380405"/>
                </a:cubicBezTo>
                <a:lnTo>
                  <a:pt x="117797" y="353988"/>
                </a:lnTo>
                <a:cubicBezTo>
                  <a:pt x="128662" y="350937"/>
                  <a:pt x="138559" y="345207"/>
                  <a:pt x="146596" y="337170"/>
                </a:cubicBezTo>
                <a:lnTo>
                  <a:pt x="306586" y="177031"/>
                </a:lnTo>
                <a:lnTo>
                  <a:pt x="203969" y="74414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59600" y="24384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传统手写日期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0400" y="2844642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效率低下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94400" y="3860800"/>
            <a:ext cx="4267200" cy="2082800"/>
          </a:xfrm>
          <a:custGeom>
            <a:avLst/>
            <a:gdLst/>
            <a:ahLst/>
            <a:cxnLst/>
            <a:rect l="l" t="t" r="r" b="b"/>
            <a:pathLst>
              <a:path w="4267200" h="2082800">
                <a:moveTo>
                  <a:pt x="152398" y="0"/>
                </a:moveTo>
                <a:lnTo>
                  <a:pt x="4114802" y="0"/>
                </a:lnTo>
                <a:cubicBezTo>
                  <a:pt x="4198969" y="0"/>
                  <a:pt x="4267200" y="68231"/>
                  <a:pt x="4267200" y="152398"/>
                </a:cubicBezTo>
                <a:lnTo>
                  <a:pt x="4267200" y="1930402"/>
                </a:lnTo>
                <a:cubicBezTo>
                  <a:pt x="4267200" y="2014569"/>
                  <a:pt x="4198969" y="2082800"/>
                  <a:pt x="41148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E955">
              <a:alpha val="5098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97600" y="4064000"/>
            <a:ext cx="397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手写标签的痛点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3000" y="462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53200" y="45720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字迹模糊,难以辨认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3000" y="505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553200" y="50038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容易脱落或污损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3000" y="548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53200" y="5435600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无法设置智能提醒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94400" y="6146800"/>
            <a:ext cx="4267200" cy="609600"/>
          </a:xfrm>
          <a:custGeom>
            <a:avLst/>
            <a:gdLst/>
            <a:ahLst/>
            <a:cxnLst/>
            <a:rect l="l" t="t" r="r" b="b"/>
            <a:pathLst>
              <a:path w="4267200" h="609600">
                <a:moveTo>
                  <a:pt x="152400" y="0"/>
                </a:moveTo>
                <a:lnTo>
                  <a:pt x="4114800" y="0"/>
                </a:lnTo>
                <a:cubicBezTo>
                  <a:pt x="4198912" y="0"/>
                  <a:pt x="4267200" y="68288"/>
                  <a:pt x="4267200" y="152400"/>
                </a:cubicBezTo>
                <a:lnTo>
                  <a:pt x="4267200" y="457200"/>
                </a:lnTo>
                <a:cubicBezTo>
                  <a:pt x="4267200" y="541312"/>
                  <a:pt x="4198912" y="609600"/>
                  <a:pt x="41148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955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96000" y="6299200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E9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三天后失忆</a:t>
            </a:r>
            <a:r>
              <a:rPr lang="en-US" sz="160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用户根本记不住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71200" y="2032000"/>
            <a:ext cx="4876800" cy="5435600"/>
          </a:xfrm>
          <a:custGeom>
            <a:avLst/>
            <a:gdLst/>
            <a:ahLst/>
            <a:cxnLst/>
            <a:rect l="l" t="t" r="r" b="b"/>
            <a:pathLst>
              <a:path w="4876800" h="5435600">
                <a:moveTo>
                  <a:pt x="101600" y="0"/>
                </a:moveTo>
                <a:lnTo>
                  <a:pt x="4775200" y="0"/>
                </a:lnTo>
                <a:cubicBezTo>
                  <a:pt x="4831312" y="0"/>
                  <a:pt x="4876800" y="45488"/>
                  <a:pt x="4876800" y="101600"/>
                </a:cubicBezTo>
                <a:lnTo>
                  <a:pt x="4876800" y="5232384"/>
                </a:lnTo>
                <a:cubicBezTo>
                  <a:pt x="4876800" y="5344617"/>
                  <a:pt x="4785817" y="5435600"/>
                  <a:pt x="4673584" y="5435600"/>
                </a:cubicBezTo>
                <a:lnTo>
                  <a:pt x="203216" y="5435600"/>
                </a:lnTo>
                <a:cubicBezTo>
                  <a:pt x="90983" y="5435600"/>
                  <a:pt x="0" y="5344617"/>
                  <a:pt x="0" y="5232384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871200" y="2032000"/>
            <a:ext cx="4876800" cy="101600"/>
          </a:xfrm>
          <a:custGeom>
            <a:avLst/>
            <a:gdLst/>
            <a:ahLst/>
            <a:cxnLst/>
            <a:rect l="l" t="t" r="r" b="b"/>
            <a:pathLst>
              <a:path w="4876800" h="101600">
                <a:moveTo>
                  <a:pt x="101600" y="0"/>
                </a:moveTo>
                <a:lnTo>
                  <a:pt x="4775200" y="0"/>
                </a:lnTo>
                <a:cubicBezTo>
                  <a:pt x="4831275" y="0"/>
                  <a:pt x="4876800" y="45525"/>
                  <a:pt x="4876800" y="101600"/>
                </a:cubicBezTo>
                <a:lnTo>
                  <a:pt x="4876800" y="101600"/>
                </a:lnTo>
                <a:lnTo>
                  <a:pt x="0" y="1016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1760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1442700" y="2603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0418" y="1637"/>
                </a:moveTo>
                <a:cubicBezTo>
                  <a:pt x="16743" y="-1265"/>
                  <a:pt x="24185" y="-223"/>
                  <a:pt x="29468" y="4316"/>
                </a:cubicBezTo>
                <a:lnTo>
                  <a:pt x="59531" y="30063"/>
                </a:lnTo>
                <a:lnTo>
                  <a:pt x="89595" y="4316"/>
                </a:lnTo>
                <a:cubicBezTo>
                  <a:pt x="96292" y="-1414"/>
                  <a:pt x="106189" y="-1414"/>
                  <a:pt x="112812" y="4316"/>
                </a:cubicBezTo>
                <a:lnTo>
                  <a:pt x="142875" y="30063"/>
                </a:lnTo>
                <a:lnTo>
                  <a:pt x="172938" y="4316"/>
                </a:lnTo>
                <a:cubicBezTo>
                  <a:pt x="179636" y="-1414"/>
                  <a:pt x="189458" y="-1414"/>
                  <a:pt x="196155" y="4316"/>
                </a:cubicBezTo>
                <a:lnTo>
                  <a:pt x="226219" y="30063"/>
                </a:lnTo>
                <a:lnTo>
                  <a:pt x="256282" y="4316"/>
                </a:lnTo>
                <a:cubicBezTo>
                  <a:pt x="261565" y="-223"/>
                  <a:pt x="269007" y="-1265"/>
                  <a:pt x="275332" y="1637"/>
                </a:cubicBezTo>
                <a:cubicBezTo>
                  <a:pt x="281657" y="4539"/>
                  <a:pt x="285750" y="10864"/>
                  <a:pt x="285750" y="17859"/>
                </a:cubicBezTo>
                <a:lnTo>
                  <a:pt x="285750" y="363141"/>
                </a:lnTo>
                <a:cubicBezTo>
                  <a:pt x="285750" y="370136"/>
                  <a:pt x="281657" y="376461"/>
                  <a:pt x="275332" y="379363"/>
                </a:cubicBezTo>
                <a:cubicBezTo>
                  <a:pt x="269007" y="382265"/>
                  <a:pt x="261565" y="381223"/>
                  <a:pt x="256282" y="376684"/>
                </a:cubicBezTo>
                <a:lnTo>
                  <a:pt x="226219" y="350937"/>
                </a:lnTo>
                <a:lnTo>
                  <a:pt x="196155" y="376684"/>
                </a:lnTo>
                <a:cubicBezTo>
                  <a:pt x="189458" y="382414"/>
                  <a:pt x="179636" y="382414"/>
                  <a:pt x="172938" y="376684"/>
                </a:cubicBezTo>
                <a:lnTo>
                  <a:pt x="142875" y="350937"/>
                </a:lnTo>
                <a:lnTo>
                  <a:pt x="112812" y="376684"/>
                </a:lnTo>
                <a:cubicBezTo>
                  <a:pt x="106114" y="382414"/>
                  <a:pt x="96217" y="382414"/>
                  <a:pt x="89595" y="376684"/>
                </a:cubicBezTo>
                <a:lnTo>
                  <a:pt x="59531" y="350937"/>
                </a:lnTo>
                <a:lnTo>
                  <a:pt x="29468" y="376684"/>
                </a:lnTo>
                <a:cubicBezTo>
                  <a:pt x="24185" y="381223"/>
                  <a:pt x="16743" y="382265"/>
                  <a:pt x="10418" y="379363"/>
                </a:cubicBezTo>
                <a:cubicBezTo>
                  <a:pt x="4093" y="376461"/>
                  <a:pt x="0" y="370136"/>
                  <a:pt x="0" y="363141"/>
                </a:cubicBezTo>
                <a:lnTo>
                  <a:pt x="0" y="17859"/>
                </a:lnTo>
                <a:cubicBezTo>
                  <a:pt x="0" y="10864"/>
                  <a:pt x="4093" y="4539"/>
                  <a:pt x="10418" y="1637"/>
                </a:cubicBezTo>
                <a:close/>
                <a:moveTo>
                  <a:pt x="77391" y="101203"/>
                </a:moveTo>
                <a:cubicBezTo>
                  <a:pt x="67494" y="101203"/>
                  <a:pt x="59531" y="109165"/>
                  <a:pt x="59531" y="119063"/>
                </a:cubicBezTo>
                <a:cubicBezTo>
                  <a:pt x="59531" y="128960"/>
                  <a:pt x="67494" y="136922"/>
                  <a:pt x="77391" y="136922"/>
                </a:cubicBezTo>
                <a:lnTo>
                  <a:pt x="208359" y="136922"/>
                </a:lnTo>
                <a:cubicBezTo>
                  <a:pt x="218256" y="136922"/>
                  <a:pt x="226219" y="128960"/>
                  <a:pt x="226219" y="119063"/>
                </a:cubicBezTo>
                <a:cubicBezTo>
                  <a:pt x="226219" y="109165"/>
                  <a:pt x="218256" y="101203"/>
                  <a:pt x="208359" y="101203"/>
                </a:cubicBezTo>
                <a:lnTo>
                  <a:pt x="77391" y="101203"/>
                </a:lnTo>
                <a:close/>
                <a:moveTo>
                  <a:pt x="59531" y="261938"/>
                </a:moveTo>
                <a:cubicBezTo>
                  <a:pt x="59531" y="271835"/>
                  <a:pt x="67494" y="279797"/>
                  <a:pt x="77391" y="279797"/>
                </a:cubicBezTo>
                <a:lnTo>
                  <a:pt x="208359" y="279797"/>
                </a:lnTo>
                <a:cubicBezTo>
                  <a:pt x="218256" y="279797"/>
                  <a:pt x="226219" y="271835"/>
                  <a:pt x="226219" y="261938"/>
                </a:cubicBezTo>
                <a:cubicBezTo>
                  <a:pt x="226219" y="252040"/>
                  <a:pt x="218256" y="244078"/>
                  <a:pt x="208359" y="244078"/>
                </a:cubicBezTo>
                <a:lnTo>
                  <a:pt x="77391" y="244078"/>
                </a:lnTo>
                <a:cubicBezTo>
                  <a:pt x="67494" y="244078"/>
                  <a:pt x="59531" y="252040"/>
                  <a:pt x="59531" y="261938"/>
                </a:cubicBezTo>
                <a:close/>
                <a:moveTo>
                  <a:pt x="77391" y="172641"/>
                </a:moveTo>
                <a:cubicBezTo>
                  <a:pt x="67494" y="172641"/>
                  <a:pt x="59531" y="180603"/>
                  <a:pt x="59531" y="190500"/>
                </a:cubicBezTo>
                <a:cubicBezTo>
                  <a:pt x="59531" y="200397"/>
                  <a:pt x="67494" y="208359"/>
                  <a:pt x="77391" y="208359"/>
                </a:cubicBezTo>
                <a:lnTo>
                  <a:pt x="208359" y="208359"/>
                </a:lnTo>
                <a:cubicBezTo>
                  <a:pt x="218256" y="208359"/>
                  <a:pt x="226219" y="200397"/>
                  <a:pt x="226219" y="190500"/>
                </a:cubicBezTo>
                <a:cubicBezTo>
                  <a:pt x="226219" y="180603"/>
                  <a:pt x="218256" y="172641"/>
                  <a:pt x="208359" y="172641"/>
                </a:cubicBezTo>
                <a:lnTo>
                  <a:pt x="77391" y="172641"/>
                </a:ln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192000" y="24384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购物小票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92000" y="2844642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信息丢失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76000" y="3860800"/>
            <a:ext cx="4267200" cy="2082800"/>
          </a:xfrm>
          <a:custGeom>
            <a:avLst/>
            <a:gdLst/>
            <a:ahLst/>
            <a:cxnLst/>
            <a:rect l="l" t="t" r="r" b="b"/>
            <a:pathLst>
              <a:path w="4267200" h="2082800">
                <a:moveTo>
                  <a:pt x="152398" y="0"/>
                </a:moveTo>
                <a:lnTo>
                  <a:pt x="4114802" y="0"/>
                </a:lnTo>
                <a:cubicBezTo>
                  <a:pt x="4198969" y="0"/>
                  <a:pt x="4267200" y="68231"/>
                  <a:pt x="4267200" y="152398"/>
                </a:cubicBezTo>
                <a:lnTo>
                  <a:pt x="4267200" y="1930402"/>
                </a:lnTo>
                <a:cubicBezTo>
                  <a:pt x="4267200" y="2014569"/>
                  <a:pt x="4198969" y="2082800"/>
                  <a:pt x="41148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379200" y="4064000"/>
            <a:ext cx="397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小票管理困境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04600" y="462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734800" y="4572000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纸质小票容易丢失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404600" y="505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734800" y="5003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信息杂乱无章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404600" y="548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734800" y="54356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无法关联食品保质期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176000" y="6146800"/>
            <a:ext cx="4267200" cy="609600"/>
          </a:xfrm>
          <a:custGeom>
            <a:avLst/>
            <a:gdLst/>
            <a:ahLst/>
            <a:cxnLst/>
            <a:rect l="l" t="t" r="r" b="b"/>
            <a:pathLst>
              <a:path w="4267200" h="609600">
                <a:moveTo>
                  <a:pt x="152400" y="0"/>
                </a:moveTo>
                <a:lnTo>
                  <a:pt x="4114800" y="0"/>
                </a:lnTo>
                <a:cubicBezTo>
                  <a:pt x="4198912" y="0"/>
                  <a:pt x="4267200" y="68288"/>
                  <a:pt x="4267200" y="152400"/>
                </a:cubicBezTo>
                <a:lnTo>
                  <a:pt x="4267200" y="457200"/>
                </a:lnTo>
                <a:cubicBezTo>
                  <a:pt x="4267200" y="541312"/>
                  <a:pt x="4198912" y="609600"/>
                  <a:pt x="41148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277600" y="6299200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连买了啥都不知道</a:t>
            </a:r>
            <a:endParaRPr lang="en-US" sz="1600" dirty="0"/>
          </a:p>
        </p:txBody>
      </p:sp>
      <p:sp>
        <p:nvSpPr>
          <p:cNvPr id="5" name="Shape 18"/>
          <p:cNvSpPr/>
          <p:nvPr/>
        </p:nvSpPr>
        <p:spPr>
          <a:xfrm>
            <a:off x="609600" y="2032000"/>
            <a:ext cx="4876800" cy="5435600"/>
          </a:xfrm>
          <a:custGeom>
            <a:avLst/>
            <a:gdLst/>
            <a:ahLst/>
            <a:cxnLst/>
            <a:rect l="l" t="t" r="r" b="b"/>
            <a:pathLst>
              <a:path w="4876800" h="5435600">
                <a:moveTo>
                  <a:pt x="101600" y="0"/>
                </a:moveTo>
                <a:lnTo>
                  <a:pt x="4775200" y="0"/>
                </a:lnTo>
                <a:cubicBezTo>
                  <a:pt x="4831312" y="0"/>
                  <a:pt x="4876800" y="45488"/>
                  <a:pt x="4876800" y="101600"/>
                </a:cubicBezTo>
                <a:lnTo>
                  <a:pt x="4876800" y="5232384"/>
                </a:lnTo>
                <a:cubicBezTo>
                  <a:pt x="4876800" y="5344617"/>
                  <a:pt x="4785817" y="5435600"/>
                  <a:pt x="4673584" y="5435600"/>
                </a:cubicBezTo>
                <a:lnTo>
                  <a:pt x="203216" y="5435600"/>
                </a:lnTo>
                <a:cubicBezTo>
                  <a:pt x="90983" y="5435600"/>
                  <a:pt x="0" y="5344617"/>
                  <a:pt x="0" y="5232384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19"/>
          <p:cNvSpPr/>
          <p:nvPr/>
        </p:nvSpPr>
        <p:spPr>
          <a:xfrm>
            <a:off x="533400" y="2032000"/>
            <a:ext cx="4876800" cy="101600"/>
          </a:xfrm>
          <a:custGeom>
            <a:avLst/>
            <a:gdLst/>
            <a:ahLst/>
            <a:cxnLst/>
            <a:rect l="l" t="t" r="r" b="b"/>
            <a:pathLst>
              <a:path w="4876800" h="101600">
                <a:moveTo>
                  <a:pt x="101600" y="0"/>
                </a:moveTo>
                <a:lnTo>
                  <a:pt x="4775200" y="0"/>
                </a:lnTo>
                <a:cubicBezTo>
                  <a:pt x="4831275" y="0"/>
                  <a:pt x="4876800" y="45525"/>
                  <a:pt x="4876800" y="101600"/>
                </a:cubicBezTo>
                <a:lnTo>
                  <a:pt x="4876800" y="101600"/>
                </a:lnTo>
                <a:lnTo>
                  <a:pt x="0" y="1016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8000" y="2361565"/>
            <a:ext cx="4979035" cy="50876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            冰箱记忆黑洞</a:t>
            </a:r>
            <a:endParaRPr 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            </a:t>
            </a:r>
            <a:r>
              <a:rPr lang="en-US" sz="16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记忆困难</a:t>
            </a:r>
            <a:endParaRPr lang="en-US" alt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endParaRPr lang="en-US" alt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endParaRPr lang="en-US" altLang="en-US" sz="2400" b="1" dirty="0">
              <a:solidFill>
                <a:srgbClr val="212529"/>
              </a:solidFill>
              <a:latin typeface="阿里妈妈数黑体" pitchFamily="34" charset="-122"/>
              <a:ea typeface="阿里妈妈数黑体" pitchFamily="34" charset="-122"/>
              <a:cs typeface="阿里妈妈数黑体" pitchFamily="34" charset="-120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Shape 24"/>
          <p:cNvSpPr/>
          <p:nvPr/>
        </p:nvSpPr>
        <p:spPr>
          <a:xfrm>
            <a:off x="6121400" y="3987800"/>
            <a:ext cx="4267200" cy="2082800"/>
          </a:xfrm>
          <a:custGeom>
            <a:avLst/>
            <a:gdLst/>
            <a:ahLst/>
            <a:cxnLst/>
            <a:rect l="l" t="t" r="r" b="b"/>
            <a:pathLst>
              <a:path w="4267200" h="2082800">
                <a:moveTo>
                  <a:pt x="152398" y="0"/>
                </a:moveTo>
                <a:lnTo>
                  <a:pt x="4114802" y="0"/>
                </a:lnTo>
                <a:cubicBezTo>
                  <a:pt x="4198969" y="0"/>
                  <a:pt x="4267200" y="68231"/>
                  <a:pt x="4267200" y="152398"/>
                </a:cubicBezTo>
                <a:lnTo>
                  <a:pt x="4267200" y="1930402"/>
                </a:lnTo>
                <a:cubicBezTo>
                  <a:pt x="4267200" y="2014569"/>
                  <a:pt x="4198969" y="2082800"/>
                  <a:pt x="41148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E955">
              <a:alpha val="5098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9" name="Shape 24"/>
          <p:cNvSpPr/>
          <p:nvPr/>
        </p:nvSpPr>
        <p:spPr>
          <a:xfrm>
            <a:off x="6248400" y="4114800"/>
            <a:ext cx="4267200" cy="2082800"/>
          </a:xfrm>
          <a:custGeom>
            <a:avLst/>
            <a:gdLst/>
            <a:ahLst/>
            <a:cxnLst/>
            <a:rect l="l" t="t" r="r" b="b"/>
            <a:pathLst>
              <a:path w="4267200" h="2082800">
                <a:moveTo>
                  <a:pt x="152398" y="0"/>
                </a:moveTo>
                <a:lnTo>
                  <a:pt x="4114802" y="0"/>
                </a:lnTo>
                <a:cubicBezTo>
                  <a:pt x="4198969" y="0"/>
                  <a:pt x="4267200" y="68231"/>
                  <a:pt x="4267200" y="152398"/>
                </a:cubicBezTo>
                <a:lnTo>
                  <a:pt x="4267200" y="1930402"/>
                </a:lnTo>
                <a:cubicBezTo>
                  <a:pt x="4267200" y="2014569"/>
                  <a:pt x="4198969" y="2082800"/>
                  <a:pt x="4114802" y="2082800"/>
                </a:cubicBezTo>
                <a:lnTo>
                  <a:pt x="152398" y="2082800"/>
                </a:lnTo>
                <a:cubicBezTo>
                  <a:pt x="68231" y="2082800"/>
                  <a:pt x="0" y="2014569"/>
                  <a:pt x="0" y="1930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E955">
              <a:alpha val="5098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09600" y="3987800"/>
            <a:ext cx="4404995" cy="2026920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打开冰箱前：感觉啥都有</a:t>
            </a:r>
            <a:endParaRPr lang="en-US" sz="1600" dirty="0">
              <a:solidFill>
                <a:srgbClr val="2C3E5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lang="en-US" sz="1600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打开冰箱后：全面断片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Shape 42"/>
          <p:cNvSpPr/>
          <p:nvPr/>
        </p:nvSpPr>
        <p:spPr>
          <a:xfrm>
            <a:off x="762000" y="467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p>
            <a:endParaRPr lang="zh-CN" altLang="en-US"/>
          </a:p>
        </p:txBody>
      </p:sp>
      <p:sp>
        <p:nvSpPr>
          <p:cNvPr id="14" name="Shape 42"/>
          <p:cNvSpPr/>
          <p:nvPr/>
        </p:nvSpPr>
        <p:spPr>
          <a:xfrm>
            <a:off x="736600" y="4953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p>
            <a:endParaRPr lang="zh-CN" altLang="en-US"/>
          </a:p>
        </p:txBody>
      </p:sp>
      <p:sp>
        <p:nvSpPr>
          <p:cNvPr id="18" name="Shape 36"/>
          <p:cNvSpPr/>
          <p:nvPr/>
        </p:nvSpPr>
        <p:spPr>
          <a:xfrm>
            <a:off x="6096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9" name="Shape 37"/>
          <p:cNvSpPr/>
          <p:nvPr/>
        </p:nvSpPr>
        <p:spPr>
          <a:xfrm>
            <a:off x="812800" y="2603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0418" y="1637"/>
                </a:moveTo>
                <a:cubicBezTo>
                  <a:pt x="16743" y="-1265"/>
                  <a:pt x="24185" y="-223"/>
                  <a:pt x="29468" y="4316"/>
                </a:cubicBezTo>
                <a:lnTo>
                  <a:pt x="59531" y="30063"/>
                </a:lnTo>
                <a:lnTo>
                  <a:pt x="89595" y="4316"/>
                </a:lnTo>
                <a:cubicBezTo>
                  <a:pt x="96292" y="-1414"/>
                  <a:pt x="106189" y="-1414"/>
                  <a:pt x="112812" y="4316"/>
                </a:cubicBezTo>
                <a:lnTo>
                  <a:pt x="142875" y="30063"/>
                </a:lnTo>
                <a:lnTo>
                  <a:pt x="172938" y="4316"/>
                </a:lnTo>
                <a:cubicBezTo>
                  <a:pt x="179636" y="-1414"/>
                  <a:pt x="189458" y="-1414"/>
                  <a:pt x="196155" y="4316"/>
                </a:cubicBezTo>
                <a:lnTo>
                  <a:pt x="226219" y="30063"/>
                </a:lnTo>
                <a:lnTo>
                  <a:pt x="256282" y="4316"/>
                </a:lnTo>
                <a:cubicBezTo>
                  <a:pt x="261565" y="-223"/>
                  <a:pt x="269007" y="-1265"/>
                  <a:pt x="275332" y="1637"/>
                </a:cubicBezTo>
                <a:cubicBezTo>
                  <a:pt x="281657" y="4539"/>
                  <a:pt x="285750" y="10864"/>
                  <a:pt x="285750" y="17859"/>
                </a:cubicBezTo>
                <a:lnTo>
                  <a:pt x="285750" y="363141"/>
                </a:lnTo>
                <a:cubicBezTo>
                  <a:pt x="285750" y="370136"/>
                  <a:pt x="281657" y="376461"/>
                  <a:pt x="275332" y="379363"/>
                </a:cubicBezTo>
                <a:cubicBezTo>
                  <a:pt x="269007" y="382265"/>
                  <a:pt x="261565" y="381223"/>
                  <a:pt x="256282" y="376684"/>
                </a:cubicBezTo>
                <a:lnTo>
                  <a:pt x="226219" y="350937"/>
                </a:lnTo>
                <a:lnTo>
                  <a:pt x="196155" y="376684"/>
                </a:lnTo>
                <a:cubicBezTo>
                  <a:pt x="189458" y="382414"/>
                  <a:pt x="179636" y="382414"/>
                  <a:pt x="172938" y="376684"/>
                </a:cubicBezTo>
                <a:lnTo>
                  <a:pt x="142875" y="350937"/>
                </a:lnTo>
                <a:lnTo>
                  <a:pt x="112812" y="376684"/>
                </a:lnTo>
                <a:cubicBezTo>
                  <a:pt x="106114" y="382414"/>
                  <a:pt x="96217" y="382414"/>
                  <a:pt x="89595" y="376684"/>
                </a:cubicBezTo>
                <a:lnTo>
                  <a:pt x="59531" y="350937"/>
                </a:lnTo>
                <a:lnTo>
                  <a:pt x="29468" y="376684"/>
                </a:lnTo>
                <a:cubicBezTo>
                  <a:pt x="24185" y="381223"/>
                  <a:pt x="16743" y="382265"/>
                  <a:pt x="10418" y="379363"/>
                </a:cubicBezTo>
                <a:cubicBezTo>
                  <a:pt x="4093" y="376461"/>
                  <a:pt x="0" y="370136"/>
                  <a:pt x="0" y="363141"/>
                </a:cubicBezTo>
                <a:lnTo>
                  <a:pt x="0" y="17859"/>
                </a:lnTo>
                <a:cubicBezTo>
                  <a:pt x="0" y="10864"/>
                  <a:pt x="4093" y="4539"/>
                  <a:pt x="10418" y="1637"/>
                </a:cubicBezTo>
                <a:close/>
                <a:moveTo>
                  <a:pt x="77391" y="101203"/>
                </a:moveTo>
                <a:cubicBezTo>
                  <a:pt x="67494" y="101203"/>
                  <a:pt x="59531" y="109165"/>
                  <a:pt x="59531" y="119063"/>
                </a:cubicBezTo>
                <a:cubicBezTo>
                  <a:pt x="59531" y="128960"/>
                  <a:pt x="67494" y="136922"/>
                  <a:pt x="77391" y="136922"/>
                </a:cubicBezTo>
                <a:lnTo>
                  <a:pt x="208359" y="136922"/>
                </a:lnTo>
                <a:cubicBezTo>
                  <a:pt x="218256" y="136922"/>
                  <a:pt x="226219" y="128960"/>
                  <a:pt x="226219" y="119063"/>
                </a:cubicBezTo>
                <a:cubicBezTo>
                  <a:pt x="226219" y="109165"/>
                  <a:pt x="218256" y="101203"/>
                  <a:pt x="208359" y="101203"/>
                </a:cubicBezTo>
                <a:lnTo>
                  <a:pt x="77391" y="101203"/>
                </a:lnTo>
                <a:close/>
                <a:moveTo>
                  <a:pt x="59531" y="261938"/>
                </a:moveTo>
                <a:cubicBezTo>
                  <a:pt x="59531" y="271835"/>
                  <a:pt x="67494" y="279797"/>
                  <a:pt x="77391" y="279797"/>
                </a:cubicBezTo>
                <a:lnTo>
                  <a:pt x="208359" y="279797"/>
                </a:lnTo>
                <a:cubicBezTo>
                  <a:pt x="218256" y="279797"/>
                  <a:pt x="226219" y="271835"/>
                  <a:pt x="226219" y="261938"/>
                </a:cubicBezTo>
                <a:cubicBezTo>
                  <a:pt x="226219" y="252040"/>
                  <a:pt x="218256" y="244078"/>
                  <a:pt x="208359" y="244078"/>
                </a:cubicBezTo>
                <a:lnTo>
                  <a:pt x="77391" y="244078"/>
                </a:lnTo>
                <a:cubicBezTo>
                  <a:pt x="67494" y="244078"/>
                  <a:pt x="59531" y="252040"/>
                  <a:pt x="59531" y="261938"/>
                </a:cubicBezTo>
                <a:close/>
                <a:moveTo>
                  <a:pt x="77391" y="172641"/>
                </a:moveTo>
                <a:cubicBezTo>
                  <a:pt x="67494" y="172641"/>
                  <a:pt x="59531" y="180603"/>
                  <a:pt x="59531" y="190500"/>
                </a:cubicBezTo>
                <a:cubicBezTo>
                  <a:pt x="59531" y="200397"/>
                  <a:pt x="67494" y="208359"/>
                  <a:pt x="77391" y="208359"/>
                </a:cubicBezTo>
                <a:lnTo>
                  <a:pt x="208359" y="208359"/>
                </a:lnTo>
                <a:cubicBezTo>
                  <a:pt x="218256" y="208359"/>
                  <a:pt x="226219" y="200397"/>
                  <a:pt x="226219" y="190500"/>
                </a:cubicBezTo>
                <a:cubicBezTo>
                  <a:pt x="226219" y="180603"/>
                  <a:pt x="218256" y="172641"/>
                  <a:pt x="208359" y="172641"/>
                </a:cubicBezTo>
                <a:lnTo>
                  <a:pt x="77391" y="172641"/>
                </a:lnTo>
                <a:close/>
              </a:path>
            </a:pathLst>
          </a:custGeom>
          <a:solidFill>
            <a:srgbClr val="2C3E50"/>
          </a:solidFill>
        </p:spPr>
        <p:txBody>
          <a:bodyPr/>
          <a:p>
            <a:endParaRPr lang="zh-CN" altLang="en-US"/>
          </a:p>
        </p:txBody>
      </p:sp>
      <p:sp>
        <p:nvSpPr>
          <p:cNvPr id="56" name="Shape 48"/>
          <p:cNvSpPr/>
          <p:nvPr/>
        </p:nvSpPr>
        <p:spPr>
          <a:xfrm>
            <a:off x="508000" y="6146800"/>
            <a:ext cx="4343400" cy="603885"/>
          </a:xfrm>
          <a:custGeom>
            <a:avLst/>
            <a:gdLst/>
            <a:ahLst/>
            <a:cxnLst/>
            <a:rect l="l" t="t" r="r" b="b"/>
            <a:pathLst>
              <a:path w="4267200" h="609600">
                <a:moveTo>
                  <a:pt x="152400" y="0"/>
                </a:moveTo>
                <a:lnTo>
                  <a:pt x="4114800" y="0"/>
                </a:lnTo>
                <a:cubicBezTo>
                  <a:pt x="4198912" y="0"/>
                  <a:pt x="4267200" y="68288"/>
                  <a:pt x="4267200" y="152400"/>
                </a:cubicBezTo>
                <a:lnTo>
                  <a:pt x="4267200" y="457200"/>
                </a:lnTo>
                <a:cubicBezTo>
                  <a:pt x="4267200" y="541312"/>
                  <a:pt x="4198912" y="609600"/>
                  <a:pt x="41148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</p:spPr>
        <p:txBody>
          <a:bodyPr/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 重复购买 - 忘吃 - 放到过期</a:t>
            </a:r>
            <a:endParaRPr lang="en-US" sz="1600" dirty="0">
              <a:solidFill>
                <a:srgbClr val="21252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464126"/>
            <a:ext cx="92825" cy="649776"/>
          </a:xfrm>
          <a:custGeom>
            <a:avLst/>
            <a:gdLst/>
            <a:ahLst/>
            <a:cxnLst/>
            <a:rect l="l" t="t" r="r" b="b"/>
            <a:pathLst>
              <a:path w="92825" h="649776">
                <a:moveTo>
                  <a:pt x="46413" y="0"/>
                </a:moveTo>
                <a:lnTo>
                  <a:pt x="46413" y="0"/>
                </a:lnTo>
                <a:cubicBezTo>
                  <a:pt x="72028" y="0"/>
                  <a:pt x="92825" y="20797"/>
                  <a:pt x="92825" y="46413"/>
                </a:cubicBezTo>
                <a:lnTo>
                  <a:pt x="92825" y="603363"/>
                </a:lnTo>
                <a:cubicBezTo>
                  <a:pt x="92825" y="628996"/>
                  <a:pt x="72046" y="649776"/>
                  <a:pt x="46413" y="649776"/>
                </a:cubicBezTo>
                <a:lnTo>
                  <a:pt x="46413" y="649776"/>
                </a:lnTo>
                <a:cubicBezTo>
                  <a:pt x="20780" y="649776"/>
                  <a:pt x="0" y="628996"/>
                  <a:pt x="0" y="60336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2601" y="510538"/>
            <a:ext cx="3306895" cy="55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8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 产品定位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2601" y="1206727"/>
            <a:ext cx="15165305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让食品保质期管理从"记不住" → "扫一下就忘不掉"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4126" y="1810090"/>
            <a:ext cx="15327749" cy="2784754"/>
          </a:xfrm>
          <a:custGeom>
            <a:avLst/>
            <a:gdLst/>
            <a:ahLst/>
            <a:cxnLst/>
            <a:rect l="l" t="t" r="r" b="b"/>
            <a:pathLst>
              <a:path w="15327749" h="2784754">
                <a:moveTo>
                  <a:pt x="185660" y="0"/>
                </a:moveTo>
                <a:lnTo>
                  <a:pt x="15142089" y="0"/>
                </a:lnTo>
                <a:cubicBezTo>
                  <a:pt x="15244626" y="0"/>
                  <a:pt x="15327749" y="83123"/>
                  <a:pt x="15327749" y="185660"/>
                </a:cubicBezTo>
                <a:lnTo>
                  <a:pt x="15327749" y="2599094"/>
                </a:lnTo>
                <a:cubicBezTo>
                  <a:pt x="15327749" y="2701631"/>
                  <a:pt x="15244626" y="2784754"/>
                  <a:pt x="15142089" y="2784754"/>
                </a:cubicBezTo>
                <a:lnTo>
                  <a:pt x="185660" y="2784754"/>
                </a:lnTo>
                <a:cubicBezTo>
                  <a:pt x="83123" y="2784754"/>
                  <a:pt x="0" y="2701631"/>
                  <a:pt x="0" y="2599094"/>
                </a:cubicBezTo>
                <a:lnTo>
                  <a:pt x="0" y="185660"/>
                </a:lnTo>
                <a:cubicBezTo>
                  <a:pt x="0" y="83123"/>
                  <a:pt x="83123" y="0"/>
                  <a:pt x="1856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/>
              </a:gs>
              <a:gs pos="100000">
                <a:srgbClr val="07C160">
                  <a:alpha val="80000"/>
                </a:srgbClr>
              </a:gs>
            </a:gsLst>
            <a:lin ang="2700000" scaled="1"/>
          </a:gradFill>
          <a:effectLst>
            <a:outerShdw blurRad="290079" dist="2320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42601" y="2297422"/>
            <a:ext cx="12717042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4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8173" y="3086435"/>
            <a:ext cx="3713005" cy="4641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记不住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9014" y="3701402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341703" y="189412"/>
                </a:moveTo>
                <a:cubicBezTo>
                  <a:pt x="350202" y="180914"/>
                  <a:pt x="350202" y="167112"/>
                  <a:pt x="341703" y="158614"/>
                </a:cubicBezTo>
                <a:lnTo>
                  <a:pt x="232924" y="49835"/>
                </a:lnTo>
                <a:cubicBezTo>
                  <a:pt x="224426" y="41336"/>
                  <a:pt x="210624" y="41336"/>
                  <a:pt x="202126" y="49835"/>
                </a:cubicBezTo>
                <a:cubicBezTo>
                  <a:pt x="193627" y="58333"/>
                  <a:pt x="193627" y="72134"/>
                  <a:pt x="202126" y="80633"/>
                </a:cubicBezTo>
                <a:lnTo>
                  <a:pt x="273784" y="152291"/>
                </a:lnTo>
                <a:lnTo>
                  <a:pt x="21756" y="152291"/>
                </a:lnTo>
                <a:cubicBezTo>
                  <a:pt x="9722" y="152291"/>
                  <a:pt x="0" y="162013"/>
                  <a:pt x="0" y="174047"/>
                </a:cubicBezTo>
                <a:cubicBezTo>
                  <a:pt x="0" y="186081"/>
                  <a:pt x="9722" y="195803"/>
                  <a:pt x="21756" y="195803"/>
                </a:cubicBezTo>
                <a:lnTo>
                  <a:pt x="273784" y="195803"/>
                </a:lnTo>
                <a:lnTo>
                  <a:pt x="202126" y="267461"/>
                </a:lnTo>
                <a:cubicBezTo>
                  <a:pt x="193627" y="275960"/>
                  <a:pt x="193627" y="289761"/>
                  <a:pt x="202126" y="298260"/>
                </a:cubicBezTo>
                <a:cubicBezTo>
                  <a:pt x="210624" y="306758"/>
                  <a:pt x="224426" y="306758"/>
                  <a:pt x="232924" y="298260"/>
                </a:cubicBezTo>
                <a:lnTo>
                  <a:pt x="341703" y="18948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12528" y="3643386"/>
            <a:ext cx="3132848" cy="4641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扫一下就忘不掉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84291" y="2088565"/>
            <a:ext cx="2227803" cy="2227803"/>
          </a:xfrm>
          <a:custGeom>
            <a:avLst/>
            <a:gdLst/>
            <a:ahLst/>
            <a:cxnLst/>
            <a:rect l="l" t="t" r="r" b="b"/>
            <a:pathLst>
              <a:path w="2227803" h="2227803">
                <a:moveTo>
                  <a:pt x="185643" y="0"/>
                </a:moveTo>
                <a:lnTo>
                  <a:pt x="2042160" y="0"/>
                </a:lnTo>
                <a:cubicBezTo>
                  <a:pt x="2144688" y="0"/>
                  <a:pt x="2227803" y="83115"/>
                  <a:pt x="2227803" y="185643"/>
                </a:cubicBezTo>
                <a:lnTo>
                  <a:pt x="2227803" y="2042160"/>
                </a:lnTo>
                <a:cubicBezTo>
                  <a:pt x="2227803" y="2144688"/>
                  <a:pt x="2144688" y="2227803"/>
                  <a:pt x="2042160" y="2227803"/>
                </a:cubicBezTo>
                <a:lnTo>
                  <a:pt x="185643" y="2227803"/>
                </a:lnTo>
                <a:cubicBezTo>
                  <a:pt x="83115" y="2227803"/>
                  <a:pt x="0" y="2144688"/>
                  <a:pt x="0" y="2042160"/>
                </a:cubicBezTo>
                <a:lnTo>
                  <a:pt x="0" y="185643"/>
                </a:lnTo>
                <a:cubicBezTo>
                  <a:pt x="0" y="83184"/>
                  <a:pt x="83184" y="0"/>
                  <a:pt x="18564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3910861" y="2645516"/>
            <a:ext cx="974664" cy="1113901"/>
          </a:xfrm>
          <a:custGeom>
            <a:avLst/>
            <a:gdLst/>
            <a:ahLst/>
            <a:cxnLst/>
            <a:rect l="l" t="t" r="r" b="b"/>
            <a:pathLst>
              <a:path w="974664" h="1113901">
                <a:moveTo>
                  <a:pt x="139238" y="348094"/>
                </a:moveTo>
                <a:lnTo>
                  <a:pt x="278475" y="348094"/>
                </a:lnTo>
                <a:lnTo>
                  <a:pt x="278475" y="208857"/>
                </a:lnTo>
                <a:lnTo>
                  <a:pt x="139238" y="208857"/>
                </a:lnTo>
                <a:lnTo>
                  <a:pt x="139238" y="348094"/>
                </a:lnTo>
                <a:close/>
                <a:moveTo>
                  <a:pt x="0" y="174047"/>
                </a:moveTo>
                <a:cubicBezTo>
                  <a:pt x="0" y="116394"/>
                  <a:pt x="46775" y="69619"/>
                  <a:pt x="104428" y="69619"/>
                </a:cubicBezTo>
                <a:lnTo>
                  <a:pt x="313285" y="69619"/>
                </a:lnTo>
                <a:cubicBezTo>
                  <a:pt x="370938" y="69619"/>
                  <a:pt x="417713" y="116394"/>
                  <a:pt x="417713" y="174047"/>
                </a:cubicBezTo>
                <a:lnTo>
                  <a:pt x="417713" y="382904"/>
                </a:lnTo>
                <a:cubicBezTo>
                  <a:pt x="417713" y="440557"/>
                  <a:pt x="370938" y="487332"/>
                  <a:pt x="313285" y="487332"/>
                </a:cubicBezTo>
                <a:lnTo>
                  <a:pt x="104428" y="487332"/>
                </a:lnTo>
                <a:cubicBezTo>
                  <a:pt x="46775" y="487332"/>
                  <a:pt x="0" y="440557"/>
                  <a:pt x="0" y="382904"/>
                </a:cubicBezTo>
                <a:lnTo>
                  <a:pt x="0" y="174047"/>
                </a:lnTo>
                <a:close/>
                <a:moveTo>
                  <a:pt x="139238" y="905045"/>
                </a:moveTo>
                <a:lnTo>
                  <a:pt x="278475" y="905045"/>
                </a:lnTo>
                <a:lnTo>
                  <a:pt x="278475" y="765807"/>
                </a:lnTo>
                <a:lnTo>
                  <a:pt x="139238" y="765807"/>
                </a:lnTo>
                <a:lnTo>
                  <a:pt x="139238" y="905045"/>
                </a:lnTo>
                <a:close/>
                <a:moveTo>
                  <a:pt x="0" y="730998"/>
                </a:moveTo>
                <a:cubicBezTo>
                  <a:pt x="0" y="673345"/>
                  <a:pt x="46775" y="626570"/>
                  <a:pt x="104428" y="626570"/>
                </a:cubicBezTo>
                <a:lnTo>
                  <a:pt x="313285" y="626570"/>
                </a:lnTo>
                <a:cubicBezTo>
                  <a:pt x="370938" y="626570"/>
                  <a:pt x="417713" y="673345"/>
                  <a:pt x="417713" y="730998"/>
                </a:cubicBezTo>
                <a:lnTo>
                  <a:pt x="417713" y="939854"/>
                </a:lnTo>
                <a:cubicBezTo>
                  <a:pt x="417713" y="997507"/>
                  <a:pt x="370938" y="1044283"/>
                  <a:pt x="313285" y="1044283"/>
                </a:cubicBezTo>
                <a:lnTo>
                  <a:pt x="104428" y="1044283"/>
                </a:lnTo>
                <a:cubicBezTo>
                  <a:pt x="46775" y="1044283"/>
                  <a:pt x="0" y="997507"/>
                  <a:pt x="0" y="939854"/>
                </a:cubicBezTo>
                <a:lnTo>
                  <a:pt x="0" y="730998"/>
                </a:lnTo>
                <a:close/>
                <a:moveTo>
                  <a:pt x="696188" y="208857"/>
                </a:moveTo>
                <a:lnTo>
                  <a:pt x="696188" y="348094"/>
                </a:lnTo>
                <a:lnTo>
                  <a:pt x="835426" y="348094"/>
                </a:lnTo>
                <a:lnTo>
                  <a:pt x="835426" y="208857"/>
                </a:lnTo>
                <a:lnTo>
                  <a:pt x="696188" y="208857"/>
                </a:lnTo>
                <a:close/>
                <a:moveTo>
                  <a:pt x="661379" y="69619"/>
                </a:moveTo>
                <a:lnTo>
                  <a:pt x="870236" y="69619"/>
                </a:lnTo>
                <a:cubicBezTo>
                  <a:pt x="927889" y="69619"/>
                  <a:pt x="974664" y="116394"/>
                  <a:pt x="974664" y="174047"/>
                </a:cubicBezTo>
                <a:lnTo>
                  <a:pt x="974664" y="382904"/>
                </a:lnTo>
                <a:cubicBezTo>
                  <a:pt x="974664" y="440557"/>
                  <a:pt x="927889" y="487332"/>
                  <a:pt x="870236" y="487332"/>
                </a:cubicBezTo>
                <a:lnTo>
                  <a:pt x="661379" y="487332"/>
                </a:lnTo>
                <a:cubicBezTo>
                  <a:pt x="603726" y="487332"/>
                  <a:pt x="556951" y="440557"/>
                  <a:pt x="556951" y="382904"/>
                </a:cubicBezTo>
                <a:lnTo>
                  <a:pt x="556951" y="174047"/>
                </a:lnTo>
                <a:cubicBezTo>
                  <a:pt x="556951" y="116394"/>
                  <a:pt x="603726" y="69619"/>
                  <a:pt x="661379" y="69619"/>
                </a:cubicBezTo>
                <a:close/>
                <a:moveTo>
                  <a:pt x="626570" y="765807"/>
                </a:moveTo>
                <a:cubicBezTo>
                  <a:pt x="588146" y="765807"/>
                  <a:pt x="556951" y="734612"/>
                  <a:pt x="556951" y="696188"/>
                </a:cubicBezTo>
                <a:cubicBezTo>
                  <a:pt x="556951" y="657765"/>
                  <a:pt x="588146" y="626570"/>
                  <a:pt x="626570" y="626570"/>
                </a:cubicBezTo>
                <a:cubicBezTo>
                  <a:pt x="664993" y="626570"/>
                  <a:pt x="696188" y="657765"/>
                  <a:pt x="696188" y="696188"/>
                </a:cubicBezTo>
                <a:cubicBezTo>
                  <a:pt x="696188" y="734612"/>
                  <a:pt x="664993" y="765807"/>
                  <a:pt x="626570" y="765807"/>
                </a:cubicBezTo>
                <a:close/>
                <a:moveTo>
                  <a:pt x="626570" y="905045"/>
                </a:moveTo>
                <a:cubicBezTo>
                  <a:pt x="665078" y="905045"/>
                  <a:pt x="696188" y="936156"/>
                  <a:pt x="696188" y="974664"/>
                </a:cubicBezTo>
                <a:cubicBezTo>
                  <a:pt x="696188" y="1013172"/>
                  <a:pt x="665078" y="1044283"/>
                  <a:pt x="626570" y="1044283"/>
                </a:cubicBezTo>
                <a:cubicBezTo>
                  <a:pt x="588062" y="1044283"/>
                  <a:pt x="556951" y="1013172"/>
                  <a:pt x="556951" y="974664"/>
                </a:cubicBezTo>
                <a:cubicBezTo>
                  <a:pt x="556951" y="936156"/>
                  <a:pt x="588062" y="905045"/>
                  <a:pt x="626570" y="905045"/>
                </a:cubicBezTo>
                <a:close/>
                <a:moveTo>
                  <a:pt x="835426" y="974664"/>
                </a:moveTo>
                <a:cubicBezTo>
                  <a:pt x="835426" y="936156"/>
                  <a:pt x="866537" y="905045"/>
                  <a:pt x="905045" y="905045"/>
                </a:cubicBezTo>
                <a:cubicBezTo>
                  <a:pt x="943553" y="905045"/>
                  <a:pt x="974664" y="936156"/>
                  <a:pt x="974664" y="974664"/>
                </a:cubicBezTo>
                <a:cubicBezTo>
                  <a:pt x="974664" y="1013172"/>
                  <a:pt x="943553" y="1044283"/>
                  <a:pt x="905045" y="1044283"/>
                </a:cubicBezTo>
                <a:cubicBezTo>
                  <a:pt x="866537" y="1044283"/>
                  <a:pt x="835426" y="1013172"/>
                  <a:pt x="835426" y="974664"/>
                </a:cubicBezTo>
                <a:close/>
                <a:moveTo>
                  <a:pt x="905045" y="765807"/>
                </a:moveTo>
                <a:cubicBezTo>
                  <a:pt x="866621" y="765807"/>
                  <a:pt x="835426" y="734612"/>
                  <a:pt x="835426" y="696188"/>
                </a:cubicBezTo>
                <a:cubicBezTo>
                  <a:pt x="835426" y="657765"/>
                  <a:pt x="866621" y="626570"/>
                  <a:pt x="905045" y="626570"/>
                </a:cubicBezTo>
                <a:cubicBezTo>
                  <a:pt x="943469" y="626570"/>
                  <a:pt x="974664" y="657765"/>
                  <a:pt x="974664" y="696188"/>
                </a:cubicBezTo>
                <a:cubicBezTo>
                  <a:pt x="974664" y="734612"/>
                  <a:pt x="943469" y="765807"/>
                  <a:pt x="905045" y="765807"/>
                </a:cubicBezTo>
                <a:close/>
                <a:moveTo>
                  <a:pt x="835426" y="835426"/>
                </a:moveTo>
                <a:cubicBezTo>
                  <a:pt x="835426" y="873850"/>
                  <a:pt x="804231" y="905045"/>
                  <a:pt x="765807" y="905045"/>
                </a:cubicBezTo>
                <a:cubicBezTo>
                  <a:pt x="727384" y="905045"/>
                  <a:pt x="696188" y="873850"/>
                  <a:pt x="696188" y="835426"/>
                </a:cubicBezTo>
                <a:cubicBezTo>
                  <a:pt x="696188" y="797002"/>
                  <a:pt x="727384" y="765807"/>
                  <a:pt x="765807" y="765807"/>
                </a:cubicBezTo>
                <a:cubicBezTo>
                  <a:pt x="804231" y="765807"/>
                  <a:pt x="835426" y="797002"/>
                  <a:pt x="835426" y="83542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10538" y="4826906"/>
            <a:ext cx="92825" cy="4710875"/>
          </a:xfrm>
          <a:custGeom>
            <a:avLst/>
            <a:gdLst/>
            <a:ahLst/>
            <a:cxnLst/>
            <a:rect l="l" t="t" r="r" b="b"/>
            <a:pathLst>
              <a:path w="92825" h="4710875">
                <a:moveTo>
                  <a:pt x="92825" y="0"/>
                </a:moveTo>
                <a:lnTo>
                  <a:pt x="92825" y="0"/>
                </a:lnTo>
                <a:lnTo>
                  <a:pt x="92825" y="4710875"/>
                </a:lnTo>
                <a:lnTo>
                  <a:pt x="92825" y="4710875"/>
                </a:lnTo>
                <a:cubicBezTo>
                  <a:pt x="41559" y="4710875"/>
                  <a:pt x="0" y="4669316"/>
                  <a:pt x="0" y="461805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35426" y="5105382"/>
            <a:ext cx="742601" cy="742601"/>
          </a:xfrm>
          <a:custGeom>
            <a:avLst/>
            <a:gdLst/>
            <a:ahLst/>
            <a:cxnLst/>
            <a:rect l="l" t="t" r="r" b="b"/>
            <a:pathLst>
              <a:path w="742601" h="742601">
                <a:moveTo>
                  <a:pt x="139238" y="0"/>
                </a:moveTo>
                <a:lnTo>
                  <a:pt x="603363" y="0"/>
                </a:lnTo>
                <a:cubicBezTo>
                  <a:pt x="680262" y="0"/>
                  <a:pt x="742601" y="62339"/>
                  <a:pt x="742601" y="139238"/>
                </a:cubicBezTo>
                <a:lnTo>
                  <a:pt x="742601" y="603363"/>
                </a:lnTo>
                <a:cubicBezTo>
                  <a:pt x="742601" y="680262"/>
                  <a:pt x="680262" y="742601"/>
                  <a:pt x="603363" y="742601"/>
                </a:cubicBezTo>
                <a:lnTo>
                  <a:pt x="139238" y="742601"/>
                </a:lnTo>
                <a:cubicBezTo>
                  <a:pt x="62339" y="742601"/>
                  <a:pt x="0" y="680262"/>
                  <a:pt x="0" y="603363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48403" y="5105382"/>
            <a:ext cx="916648" cy="742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4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3677" y="5291032"/>
            <a:ext cx="1810090" cy="37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极速扫码录入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570" y="6233207"/>
            <a:ext cx="4722478" cy="8354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3212" y="7161458"/>
            <a:ext cx="4409193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5426" y="7671996"/>
            <a:ext cx="4304765" cy="1392377"/>
          </a:xfrm>
          <a:custGeom>
            <a:avLst/>
            <a:gdLst/>
            <a:ahLst/>
            <a:cxnLst/>
            <a:rect l="l" t="t" r="r" b="b"/>
            <a:pathLst>
              <a:path w="4304765" h="1392377">
                <a:moveTo>
                  <a:pt x="139238" y="0"/>
                </a:moveTo>
                <a:lnTo>
                  <a:pt x="4165527" y="0"/>
                </a:lnTo>
                <a:cubicBezTo>
                  <a:pt x="4242426" y="0"/>
                  <a:pt x="4304765" y="62339"/>
                  <a:pt x="4304765" y="139238"/>
                </a:cubicBezTo>
                <a:lnTo>
                  <a:pt x="4304765" y="1253139"/>
                </a:lnTo>
                <a:cubicBezTo>
                  <a:pt x="4304765" y="1330038"/>
                  <a:pt x="4242426" y="1392377"/>
                  <a:pt x="4165527" y="1392377"/>
                </a:cubicBezTo>
                <a:lnTo>
                  <a:pt x="139238" y="1392377"/>
                </a:lnTo>
                <a:cubicBezTo>
                  <a:pt x="62390" y="1392377"/>
                  <a:pt x="0" y="1329987"/>
                  <a:pt x="0" y="1253139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26503" y="6465784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392377" y="6349521"/>
            <a:ext cx="15780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自动识别商品信息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6503" y="6883439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392377" y="6836392"/>
            <a:ext cx="12067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无需手动输入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26503" y="7370310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392377" y="7301037"/>
            <a:ext cx="12067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支持批量操作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96707" y="4826906"/>
            <a:ext cx="92825" cy="4710875"/>
          </a:xfrm>
          <a:custGeom>
            <a:avLst/>
            <a:gdLst/>
            <a:ahLst/>
            <a:cxnLst/>
            <a:rect l="l" t="t" r="r" b="b"/>
            <a:pathLst>
              <a:path w="92825" h="4710875">
                <a:moveTo>
                  <a:pt x="92825" y="0"/>
                </a:moveTo>
                <a:lnTo>
                  <a:pt x="92825" y="0"/>
                </a:lnTo>
                <a:lnTo>
                  <a:pt x="92825" y="4710875"/>
                </a:lnTo>
                <a:lnTo>
                  <a:pt x="92825" y="4710875"/>
                </a:lnTo>
                <a:cubicBezTo>
                  <a:pt x="41559" y="4710875"/>
                  <a:pt x="0" y="4669316"/>
                  <a:pt x="0" y="461805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021595" y="5105382"/>
            <a:ext cx="742601" cy="742601"/>
          </a:xfrm>
          <a:custGeom>
            <a:avLst/>
            <a:gdLst/>
            <a:ahLst/>
            <a:cxnLst/>
            <a:rect l="l" t="t" r="r" b="b"/>
            <a:pathLst>
              <a:path w="742601" h="742601">
                <a:moveTo>
                  <a:pt x="139238" y="0"/>
                </a:moveTo>
                <a:lnTo>
                  <a:pt x="603363" y="0"/>
                </a:lnTo>
                <a:cubicBezTo>
                  <a:pt x="680262" y="0"/>
                  <a:pt x="742601" y="62339"/>
                  <a:pt x="742601" y="139238"/>
                </a:cubicBezTo>
                <a:lnTo>
                  <a:pt x="742601" y="603363"/>
                </a:lnTo>
                <a:cubicBezTo>
                  <a:pt x="742601" y="680262"/>
                  <a:pt x="680262" y="742601"/>
                  <a:pt x="603363" y="742601"/>
                </a:cubicBezTo>
                <a:lnTo>
                  <a:pt x="139238" y="742601"/>
                </a:lnTo>
                <a:cubicBezTo>
                  <a:pt x="62339" y="742601"/>
                  <a:pt x="0" y="680262"/>
                  <a:pt x="0" y="603363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34572" y="5105382"/>
            <a:ext cx="916648" cy="742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4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846" y="5291032"/>
            <a:ext cx="1531615" cy="37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AI语义识别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21595" y="7671996"/>
            <a:ext cx="4304765" cy="1392377"/>
          </a:xfrm>
          <a:custGeom>
            <a:avLst/>
            <a:gdLst/>
            <a:ahLst/>
            <a:cxnLst/>
            <a:rect l="l" t="t" r="r" b="b"/>
            <a:pathLst>
              <a:path w="4304765" h="1392377">
                <a:moveTo>
                  <a:pt x="139238" y="0"/>
                </a:moveTo>
                <a:lnTo>
                  <a:pt x="4165527" y="0"/>
                </a:lnTo>
                <a:cubicBezTo>
                  <a:pt x="4242426" y="0"/>
                  <a:pt x="4304765" y="62339"/>
                  <a:pt x="4304765" y="139238"/>
                </a:cubicBezTo>
                <a:lnTo>
                  <a:pt x="4304765" y="1253139"/>
                </a:lnTo>
                <a:cubicBezTo>
                  <a:pt x="4304765" y="1330038"/>
                  <a:pt x="4242426" y="1392377"/>
                  <a:pt x="4165527" y="1392377"/>
                </a:cubicBezTo>
                <a:lnTo>
                  <a:pt x="139238" y="1392377"/>
                </a:lnTo>
                <a:cubicBezTo>
                  <a:pt x="62390" y="1392377"/>
                  <a:pt x="0" y="1329987"/>
                  <a:pt x="0" y="1253139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241882" y="6442924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43512" y="20305"/>
                </a:moveTo>
                <a:cubicBezTo>
                  <a:pt x="43512" y="9101"/>
                  <a:pt x="52613" y="0"/>
                  <a:pt x="63817" y="0"/>
                </a:cubicBezTo>
                <a:lnTo>
                  <a:pt x="72520" y="0"/>
                </a:lnTo>
                <a:cubicBezTo>
                  <a:pt x="78938" y="0"/>
                  <a:pt x="84123" y="5185"/>
                  <a:pt x="84123" y="11603"/>
                </a:cubicBezTo>
                <a:lnTo>
                  <a:pt x="84123" y="174047"/>
                </a:lnTo>
                <a:cubicBezTo>
                  <a:pt x="84123" y="180465"/>
                  <a:pt x="78938" y="185650"/>
                  <a:pt x="72520" y="185650"/>
                </a:cubicBezTo>
                <a:lnTo>
                  <a:pt x="60916" y="185650"/>
                </a:lnTo>
                <a:cubicBezTo>
                  <a:pt x="50111" y="185650"/>
                  <a:pt x="41010" y="178253"/>
                  <a:pt x="38435" y="168246"/>
                </a:cubicBezTo>
                <a:cubicBezTo>
                  <a:pt x="38182" y="168246"/>
                  <a:pt x="37964" y="168246"/>
                  <a:pt x="37710" y="168246"/>
                </a:cubicBezTo>
                <a:cubicBezTo>
                  <a:pt x="21683" y="168246"/>
                  <a:pt x="8702" y="155265"/>
                  <a:pt x="8702" y="139238"/>
                </a:cubicBezTo>
                <a:cubicBezTo>
                  <a:pt x="8702" y="132711"/>
                  <a:pt x="10878" y="126692"/>
                  <a:pt x="14504" y="121833"/>
                </a:cubicBezTo>
                <a:cubicBezTo>
                  <a:pt x="7470" y="116539"/>
                  <a:pt x="2901" y="108127"/>
                  <a:pt x="2901" y="98627"/>
                </a:cubicBezTo>
                <a:cubicBezTo>
                  <a:pt x="2901" y="87422"/>
                  <a:pt x="9283" y="77669"/>
                  <a:pt x="18565" y="72846"/>
                </a:cubicBezTo>
                <a:cubicBezTo>
                  <a:pt x="15991" y="68495"/>
                  <a:pt x="14504" y="63418"/>
                  <a:pt x="14504" y="58016"/>
                </a:cubicBezTo>
                <a:cubicBezTo>
                  <a:pt x="14504" y="41989"/>
                  <a:pt x="27485" y="29008"/>
                  <a:pt x="43512" y="29008"/>
                </a:cubicBezTo>
                <a:lnTo>
                  <a:pt x="43512" y="20305"/>
                </a:lnTo>
                <a:close/>
                <a:moveTo>
                  <a:pt x="142138" y="20305"/>
                </a:moveTo>
                <a:lnTo>
                  <a:pt x="142138" y="29008"/>
                </a:lnTo>
                <a:cubicBezTo>
                  <a:pt x="158165" y="29008"/>
                  <a:pt x="171146" y="41989"/>
                  <a:pt x="171146" y="58016"/>
                </a:cubicBezTo>
                <a:cubicBezTo>
                  <a:pt x="171146" y="63455"/>
                  <a:pt x="169660" y="68531"/>
                  <a:pt x="167085" y="72846"/>
                </a:cubicBezTo>
                <a:cubicBezTo>
                  <a:pt x="176404" y="77669"/>
                  <a:pt x="182749" y="87386"/>
                  <a:pt x="182749" y="98627"/>
                </a:cubicBezTo>
                <a:cubicBezTo>
                  <a:pt x="182749" y="108127"/>
                  <a:pt x="178181" y="116539"/>
                  <a:pt x="171146" y="121833"/>
                </a:cubicBezTo>
                <a:cubicBezTo>
                  <a:pt x="174772" y="126692"/>
                  <a:pt x="176948" y="132711"/>
                  <a:pt x="176948" y="139238"/>
                </a:cubicBezTo>
                <a:cubicBezTo>
                  <a:pt x="176948" y="155265"/>
                  <a:pt x="163967" y="168246"/>
                  <a:pt x="147940" y="168246"/>
                </a:cubicBezTo>
                <a:cubicBezTo>
                  <a:pt x="147686" y="168246"/>
                  <a:pt x="147469" y="168246"/>
                  <a:pt x="147215" y="168246"/>
                </a:cubicBezTo>
                <a:cubicBezTo>
                  <a:pt x="144640" y="178253"/>
                  <a:pt x="135539" y="185650"/>
                  <a:pt x="124734" y="185650"/>
                </a:cubicBezTo>
                <a:lnTo>
                  <a:pt x="113131" y="185650"/>
                </a:lnTo>
                <a:cubicBezTo>
                  <a:pt x="106713" y="185650"/>
                  <a:pt x="101527" y="180465"/>
                  <a:pt x="101527" y="174047"/>
                </a:cubicBezTo>
                <a:lnTo>
                  <a:pt x="101527" y="11603"/>
                </a:lnTo>
                <a:cubicBezTo>
                  <a:pt x="101527" y="5185"/>
                  <a:pt x="106713" y="0"/>
                  <a:pt x="113131" y="0"/>
                </a:cubicBezTo>
                <a:lnTo>
                  <a:pt x="121833" y="0"/>
                </a:lnTo>
                <a:cubicBezTo>
                  <a:pt x="133037" y="0"/>
                  <a:pt x="142138" y="9101"/>
                  <a:pt x="142138" y="20305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63966" y="6349521"/>
            <a:ext cx="1891312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微信OCR+自训练模型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41882" y="6929794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144495" y="4424"/>
                </a:moveTo>
                <a:lnTo>
                  <a:pt x="112514" y="36405"/>
                </a:lnTo>
                <a:lnTo>
                  <a:pt x="149245" y="73136"/>
                </a:lnTo>
                <a:lnTo>
                  <a:pt x="181227" y="41155"/>
                </a:lnTo>
                <a:cubicBezTo>
                  <a:pt x="184055" y="38290"/>
                  <a:pt x="185650" y="34447"/>
                  <a:pt x="185650" y="30458"/>
                </a:cubicBezTo>
                <a:cubicBezTo>
                  <a:pt x="185650" y="26470"/>
                  <a:pt x="184055" y="22626"/>
                  <a:pt x="181227" y="19762"/>
                </a:cubicBezTo>
                <a:lnTo>
                  <a:pt x="165889" y="4424"/>
                </a:lnTo>
                <a:cubicBezTo>
                  <a:pt x="163024" y="1595"/>
                  <a:pt x="159181" y="0"/>
                  <a:pt x="155192" y="0"/>
                </a:cubicBezTo>
                <a:cubicBezTo>
                  <a:pt x="151203" y="0"/>
                  <a:pt x="147360" y="1595"/>
                  <a:pt x="144495" y="4424"/>
                </a:cubicBezTo>
                <a:close/>
                <a:moveTo>
                  <a:pt x="100222" y="48697"/>
                </a:moveTo>
                <a:lnTo>
                  <a:pt x="4424" y="144495"/>
                </a:lnTo>
                <a:cubicBezTo>
                  <a:pt x="1595" y="147360"/>
                  <a:pt x="0" y="151203"/>
                  <a:pt x="0" y="155192"/>
                </a:cubicBezTo>
                <a:cubicBezTo>
                  <a:pt x="0" y="159181"/>
                  <a:pt x="1595" y="163024"/>
                  <a:pt x="4424" y="165889"/>
                </a:cubicBezTo>
                <a:lnTo>
                  <a:pt x="19762" y="181227"/>
                </a:lnTo>
                <a:cubicBezTo>
                  <a:pt x="22626" y="184055"/>
                  <a:pt x="26470" y="185650"/>
                  <a:pt x="30458" y="185650"/>
                </a:cubicBezTo>
                <a:cubicBezTo>
                  <a:pt x="34447" y="185650"/>
                  <a:pt x="38290" y="184055"/>
                  <a:pt x="41155" y="181227"/>
                </a:cubicBezTo>
                <a:lnTo>
                  <a:pt x="136953" y="85428"/>
                </a:lnTo>
                <a:lnTo>
                  <a:pt x="100222" y="48697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850961" y="6790037"/>
            <a:ext cx="176367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智能解析保质期字样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4915" y="7301095"/>
            <a:ext cx="162444" cy="185650"/>
          </a:xfrm>
          <a:custGeom>
            <a:avLst/>
            <a:gdLst/>
            <a:ahLst/>
            <a:cxnLst/>
            <a:rect l="l" t="t" r="r" b="b"/>
            <a:pathLst>
              <a:path w="162444" h="185650">
                <a:moveTo>
                  <a:pt x="162444" y="74623"/>
                </a:moveTo>
                <a:cubicBezTo>
                  <a:pt x="157078" y="78176"/>
                  <a:pt x="150913" y="81041"/>
                  <a:pt x="144495" y="83325"/>
                </a:cubicBezTo>
                <a:cubicBezTo>
                  <a:pt x="127453" y="89417"/>
                  <a:pt x="105081" y="92825"/>
                  <a:pt x="81222" y="92825"/>
                </a:cubicBezTo>
                <a:cubicBezTo>
                  <a:pt x="57363" y="92825"/>
                  <a:pt x="34954" y="89380"/>
                  <a:pt x="17949" y="83325"/>
                </a:cubicBezTo>
                <a:cubicBezTo>
                  <a:pt x="11567" y="81041"/>
                  <a:pt x="5366" y="78176"/>
                  <a:pt x="0" y="74623"/>
                </a:cubicBezTo>
                <a:lnTo>
                  <a:pt x="0" y="104428"/>
                </a:lnTo>
                <a:cubicBezTo>
                  <a:pt x="0" y="120455"/>
                  <a:pt x="36369" y="133436"/>
                  <a:pt x="81222" y="133436"/>
                </a:cubicBezTo>
                <a:cubicBezTo>
                  <a:pt x="126075" y="133436"/>
                  <a:pt x="162444" y="120455"/>
                  <a:pt x="162444" y="104428"/>
                </a:cubicBezTo>
                <a:lnTo>
                  <a:pt x="162444" y="74623"/>
                </a:lnTo>
                <a:close/>
                <a:moveTo>
                  <a:pt x="162444" y="46413"/>
                </a:moveTo>
                <a:lnTo>
                  <a:pt x="162444" y="29008"/>
                </a:lnTo>
                <a:cubicBezTo>
                  <a:pt x="162444" y="12981"/>
                  <a:pt x="126075" y="0"/>
                  <a:pt x="81222" y="0"/>
                </a:cubicBezTo>
                <a:cubicBezTo>
                  <a:pt x="36369" y="0"/>
                  <a:pt x="0" y="12981"/>
                  <a:pt x="0" y="29008"/>
                </a:cubicBezTo>
                <a:lnTo>
                  <a:pt x="0" y="46413"/>
                </a:lnTo>
                <a:cubicBezTo>
                  <a:pt x="0" y="62439"/>
                  <a:pt x="36369" y="75420"/>
                  <a:pt x="81222" y="75420"/>
                </a:cubicBezTo>
                <a:cubicBezTo>
                  <a:pt x="126075" y="75420"/>
                  <a:pt x="162444" y="62439"/>
                  <a:pt x="162444" y="46413"/>
                </a:cubicBezTo>
                <a:close/>
                <a:moveTo>
                  <a:pt x="144495" y="141341"/>
                </a:moveTo>
                <a:cubicBezTo>
                  <a:pt x="127490" y="147396"/>
                  <a:pt x="105117" y="150841"/>
                  <a:pt x="81222" y="150841"/>
                </a:cubicBezTo>
                <a:cubicBezTo>
                  <a:pt x="57327" y="150841"/>
                  <a:pt x="34954" y="147396"/>
                  <a:pt x="17949" y="141341"/>
                </a:cubicBezTo>
                <a:cubicBezTo>
                  <a:pt x="11567" y="139056"/>
                  <a:pt x="5366" y="136192"/>
                  <a:pt x="0" y="132638"/>
                </a:cubicBezTo>
                <a:lnTo>
                  <a:pt x="0" y="156642"/>
                </a:lnTo>
                <a:cubicBezTo>
                  <a:pt x="0" y="172669"/>
                  <a:pt x="36369" y="185650"/>
                  <a:pt x="81222" y="185650"/>
                </a:cubicBezTo>
                <a:cubicBezTo>
                  <a:pt x="126075" y="185650"/>
                  <a:pt x="162444" y="172669"/>
                  <a:pt x="162444" y="156642"/>
                </a:cubicBezTo>
                <a:lnTo>
                  <a:pt x="162444" y="132638"/>
                </a:lnTo>
                <a:cubicBezTo>
                  <a:pt x="157078" y="136192"/>
                  <a:pt x="150913" y="139056"/>
                  <a:pt x="144495" y="141341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763966" y="7207692"/>
            <a:ext cx="12067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持续学习优化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82876" y="4826906"/>
            <a:ext cx="4908128" cy="4710875"/>
          </a:xfrm>
          <a:custGeom>
            <a:avLst/>
            <a:gdLst/>
            <a:ahLst/>
            <a:cxnLst/>
            <a:rect l="l" t="t" r="r" b="b"/>
            <a:pathLst>
              <a:path w="4908128" h="4710875">
                <a:moveTo>
                  <a:pt x="92825" y="0"/>
                </a:moveTo>
                <a:lnTo>
                  <a:pt x="4722473" y="0"/>
                </a:lnTo>
                <a:cubicBezTo>
                  <a:pt x="4824939" y="0"/>
                  <a:pt x="4908128" y="83189"/>
                  <a:pt x="4908128" y="185656"/>
                </a:cubicBezTo>
                <a:lnTo>
                  <a:pt x="4908128" y="4525220"/>
                </a:lnTo>
                <a:cubicBezTo>
                  <a:pt x="4908128" y="4627686"/>
                  <a:pt x="4824939" y="4710875"/>
                  <a:pt x="4722473" y="4710875"/>
                </a:cubicBezTo>
                <a:lnTo>
                  <a:pt x="92825" y="4710875"/>
                </a:lnTo>
                <a:cubicBezTo>
                  <a:pt x="41559" y="4710875"/>
                  <a:pt x="0" y="4669316"/>
                  <a:pt x="0" y="461805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4047" dist="11603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882876" y="4826906"/>
            <a:ext cx="92825" cy="4710875"/>
          </a:xfrm>
          <a:custGeom>
            <a:avLst/>
            <a:gdLst/>
            <a:ahLst/>
            <a:cxnLst/>
            <a:rect l="l" t="t" r="r" b="b"/>
            <a:pathLst>
              <a:path w="92825" h="4710875">
                <a:moveTo>
                  <a:pt x="92825" y="0"/>
                </a:moveTo>
                <a:lnTo>
                  <a:pt x="92825" y="0"/>
                </a:lnTo>
                <a:lnTo>
                  <a:pt x="92825" y="4710875"/>
                </a:lnTo>
                <a:lnTo>
                  <a:pt x="92825" y="4710875"/>
                </a:lnTo>
                <a:cubicBezTo>
                  <a:pt x="41559" y="4710875"/>
                  <a:pt x="0" y="4669316"/>
                  <a:pt x="0" y="461805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207763" y="5105382"/>
            <a:ext cx="742601" cy="742601"/>
          </a:xfrm>
          <a:custGeom>
            <a:avLst/>
            <a:gdLst/>
            <a:ahLst/>
            <a:cxnLst/>
            <a:rect l="l" t="t" r="r" b="b"/>
            <a:pathLst>
              <a:path w="742601" h="742601">
                <a:moveTo>
                  <a:pt x="139238" y="0"/>
                </a:moveTo>
                <a:lnTo>
                  <a:pt x="603363" y="0"/>
                </a:lnTo>
                <a:cubicBezTo>
                  <a:pt x="680262" y="0"/>
                  <a:pt x="742601" y="62339"/>
                  <a:pt x="742601" y="139238"/>
                </a:cubicBezTo>
                <a:lnTo>
                  <a:pt x="742601" y="603363"/>
                </a:lnTo>
                <a:cubicBezTo>
                  <a:pt x="742601" y="680262"/>
                  <a:pt x="680262" y="742601"/>
                  <a:pt x="603363" y="742601"/>
                </a:cubicBezTo>
                <a:lnTo>
                  <a:pt x="139238" y="742601"/>
                </a:lnTo>
                <a:cubicBezTo>
                  <a:pt x="62339" y="742601"/>
                  <a:pt x="0" y="680262"/>
                  <a:pt x="0" y="603363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120740" y="5105382"/>
            <a:ext cx="916648" cy="742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4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36015" y="5291032"/>
            <a:ext cx="1810090" cy="37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三级智能提醒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207763" y="6349238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92827" y="0"/>
                </a:moveTo>
                <a:lnTo>
                  <a:pt x="464124" y="0"/>
                </a:lnTo>
                <a:cubicBezTo>
                  <a:pt x="515391" y="0"/>
                  <a:pt x="556951" y="41560"/>
                  <a:pt x="556951" y="92827"/>
                </a:cubicBezTo>
                <a:lnTo>
                  <a:pt x="556951" y="464124"/>
                </a:lnTo>
                <a:cubicBezTo>
                  <a:pt x="556951" y="515391"/>
                  <a:pt x="515391" y="556951"/>
                  <a:pt x="464124" y="556951"/>
                </a:cubicBezTo>
                <a:lnTo>
                  <a:pt x="92827" y="556951"/>
                </a:lnTo>
                <a:cubicBezTo>
                  <a:pt x="41560" y="556951"/>
                  <a:pt x="0" y="515391"/>
                  <a:pt x="0" y="464124"/>
                </a:cubicBezTo>
                <a:lnTo>
                  <a:pt x="0" y="92827"/>
                </a:lnTo>
                <a:cubicBezTo>
                  <a:pt x="0" y="41560"/>
                  <a:pt x="41560" y="0"/>
                  <a:pt x="92827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149748" y="6349238"/>
            <a:ext cx="672982" cy="55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2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903953" y="6465269"/>
            <a:ext cx="939854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临前提醒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207763" y="6999014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92827" y="0"/>
                </a:moveTo>
                <a:lnTo>
                  <a:pt x="464124" y="0"/>
                </a:lnTo>
                <a:cubicBezTo>
                  <a:pt x="515391" y="0"/>
                  <a:pt x="556951" y="41560"/>
                  <a:pt x="556951" y="92827"/>
                </a:cubicBezTo>
                <a:lnTo>
                  <a:pt x="556951" y="464124"/>
                </a:lnTo>
                <a:cubicBezTo>
                  <a:pt x="556951" y="515391"/>
                  <a:pt x="515391" y="556951"/>
                  <a:pt x="464124" y="556951"/>
                </a:cubicBezTo>
                <a:lnTo>
                  <a:pt x="92827" y="556951"/>
                </a:lnTo>
                <a:cubicBezTo>
                  <a:pt x="41560" y="556951"/>
                  <a:pt x="0" y="515391"/>
                  <a:pt x="0" y="464124"/>
                </a:cubicBezTo>
                <a:lnTo>
                  <a:pt x="0" y="92827"/>
                </a:lnTo>
                <a:cubicBezTo>
                  <a:pt x="0" y="41560"/>
                  <a:pt x="41560" y="0"/>
                  <a:pt x="92827" y="0"/>
                </a:cubicBezTo>
                <a:close/>
              </a:path>
            </a:pathLst>
          </a:custGeom>
          <a:solidFill>
            <a:srgbClr val="FFE955">
              <a:alpha val="8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49748" y="6999014"/>
            <a:ext cx="672982" cy="55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2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903953" y="7115045"/>
            <a:ext cx="939854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临期警告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07763" y="7648790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92827" y="0"/>
                </a:moveTo>
                <a:lnTo>
                  <a:pt x="464124" y="0"/>
                </a:lnTo>
                <a:cubicBezTo>
                  <a:pt x="515391" y="0"/>
                  <a:pt x="556951" y="41560"/>
                  <a:pt x="556951" y="92827"/>
                </a:cubicBezTo>
                <a:lnTo>
                  <a:pt x="556951" y="464124"/>
                </a:lnTo>
                <a:cubicBezTo>
                  <a:pt x="556951" y="515391"/>
                  <a:pt x="515391" y="556951"/>
                  <a:pt x="464124" y="556951"/>
                </a:cubicBezTo>
                <a:lnTo>
                  <a:pt x="92827" y="556951"/>
                </a:lnTo>
                <a:cubicBezTo>
                  <a:pt x="41560" y="556951"/>
                  <a:pt x="0" y="515391"/>
                  <a:pt x="0" y="464124"/>
                </a:cubicBezTo>
                <a:lnTo>
                  <a:pt x="0" y="92827"/>
                </a:lnTo>
                <a:cubicBezTo>
                  <a:pt x="0" y="41560"/>
                  <a:pt x="41560" y="0"/>
                  <a:pt x="92827" y="0"/>
                </a:cubicBezTo>
                <a:close/>
              </a:path>
            </a:pathLst>
          </a:custGeom>
          <a:solidFill>
            <a:srgbClr val="FFE955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149748" y="7648790"/>
            <a:ext cx="672982" cy="55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2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903953" y="7764821"/>
            <a:ext cx="939854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最后通知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207763" y="8391391"/>
            <a:ext cx="4304765" cy="556951"/>
          </a:xfrm>
          <a:custGeom>
            <a:avLst/>
            <a:gdLst/>
            <a:ahLst/>
            <a:cxnLst/>
            <a:rect l="l" t="t" r="r" b="b"/>
            <a:pathLst>
              <a:path w="4304765" h="556951">
                <a:moveTo>
                  <a:pt x="139238" y="0"/>
                </a:moveTo>
                <a:lnTo>
                  <a:pt x="4165527" y="0"/>
                </a:lnTo>
                <a:cubicBezTo>
                  <a:pt x="4242426" y="0"/>
                  <a:pt x="4304765" y="62339"/>
                  <a:pt x="4304765" y="139238"/>
                </a:cubicBezTo>
                <a:lnTo>
                  <a:pt x="4304765" y="417713"/>
                </a:lnTo>
                <a:cubicBezTo>
                  <a:pt x="4304765" y="494612"/>
                  <a:pt x="4242426" y="556951"/>
                  <a:pt x="4165527" y="556951"/>
                </a:cubicBezTo>
                <a:lnTo>
                  <a:pt x="139238" y="556951"/>
                </a:lnTo>
                <a:cubicBezTo>
                  <a:pt x="62390" y="556951"/>
                  <a:pt x="0" y="494560"/>
                  <a:pt x="0" y="417713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2555614" y="8567761"/>
            <a:ext cx="162444" cy="185650"/>
          </a:xfrm>
          <a:custGeom>
            <a:avLst/>
            <a:gdLst/>
            <a:ahLst/>
            <a:cxnLst/>
            <a:rect l="l" t="t" r="r" b="b"/>
            <a:pathLst>
              <a:path w="162444" h="185650">
                <a:moveTo>
                  <a:pt x="81222" y="0"/>
                </a:moveTo>
                <a:cubicBezTo>
                  <a:pt x="74804" y="0"/>
                  <a:pt x="69619" y="5185"/>
                  <a:pt x="69619" y="11603"/>
                </a:cubicBezTo>
                <a:lnTo>
                  <a:pt x="69619" y="12763"/>
                </a:lnTo>
                <a:cubicBezTo>
                  <a:pt x="43149" y="18130"/>
                  <a:pt x="23206" y="41554"/>
                  <a:pt x="23206" y="69619"/>
                </a:cubicBezTo>
                <a:lnTo>
                  <a:pt x="23206" y="77487"/>
                </a:lnTo>
                <a:cubicBezTo>
                  <a:pt x="23206" y="94928"/>
                  <a:pt x="17260" y="111862"/>
                  <a:pt x="6382" y="125495"/>
                </a:cubicBezTo>
                <a:lnTo>
                  <a:pt x="2828" y="129919"/>
                </a:lnTo>
                <a:cubicBezTo>
                  <a:pt x="979" y="132203"/>
                  <a:pt x="0" y="135032"/>
                  <a:pt x="0" y="137969"/>
                </a:cubicBezTo>
                <a:cubicBezTo>
                  <a:pt x="0" y="145076"/>
                  <a:pt x="5765" y="150841"/>
                  <a:pt x="12872" y="150841"/>
                </a:cubicBezTo>
                <a:lnTo>
                  <a:pt x="149535" y="150841"/>
                </a:lnTo>
                <a:cubicBezTo>
                  <a:pt x="156642" y="150841"/>
                  <a:pt x="162408" y="145076"/>
                  <a:pt x="162408" y="137969"/>
                </a:cubicBezTo>
                <a:cubicBezTo>
                  <a:pt x="162408" y="135032"/>
                  <a:pt x="161429" y="132203"/>
                  <a:pt x="159579" y="129919"/>
                </a:cubicBezTo>
                <a:lnTo>
                  <a:pt x="156026" y="125495"/>
                </a:lnTo>
                <a:cubicBezTo>
                  <a:pt x="145184" y="111862"/>
                  <a:pt x="139238" y="94928"/>
                  <a:pt x="139238" y="77487"/>
                </a:cubicBezTo>
                <a:lnTo>
                  <a:pt x="139238" y="69619"/>
                </a:lnTo>
                <a:cubicBezTo>
                  <a:pt x="139238" y="41554"/>
                  <a:pt x="119295" y="18130"/>
                  <a:pt x="92825" y="12763"/>
                </a:cubicBezTo>
                <a:lnTo>
                  <a:pt x="92825" y="11603"/>
                </a:lnTo>
                <a:cubicBezTo>
                  <a:pt x="92825" y="5185"/>
                  <a:pt x="87640" y="0"/>
                  <a:pt x="81222" y="0"/>
                </a:cubicBezTo>
                <a:close/>
                <a:moveTo>
                  <a:pt x="58741" y="168246"/>
                </a:moveTo>
                <a:cubicBezTo>
                  <a:pt x="61315" y="178253"/>
                  <a:pt x="70417" y="185650"/>
                  <a:pt x="81222" y="185650"/>
                </a:cubicBezTo>
                <a:cubicBezTo>
                  <a:pt x="92027" y="185650"/>
                  <a:pt x="101129" y="178253"/>
                  <a:pt x="103703" y="168246"/>
                </a:cubicBezTo>
                <a:lnTo>
                  <a:pt x="58741" y="168246"/>
                </a:ln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617460" y="8530628"/>
            <a:ext cx="3802244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自定义提醒周期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526" y="435526"/>
            <a:ext cx="87105" cy="609736"/>
          </a:xfrm>
          <a:custGeom>
            <a:avLst/>
            <a:gdLst/>
            <a:ahLst/>
            <a:cxnLst/>
            <a:rect l="l" t="t" r="r" b="b"/>
            <a:pathLst>
              <a:path w="87105" h="609736">
                <a:moveTo>
                  <a:pt x="43553" y="0"/>
                </a:moveTo>
                <a:lnTo>
                  <a:pt x="43553" y="0"/>
                </a:lnTo>
                <a:cubicBezTo>
                  <a:pt x="67606" y="0"/>
                  <a:pt x="87105" y="19499"/>
                  <a:pt x="87105" y="43553"/>
                </a:cubicBezTo>
                <a:lnTo>
                  <a:pt x="87105" y="566184"/>
                </a:lnTo>
                <a:cubicBezTo>
                  <a:pt x="87105" y="590237"/>
                  <a:pt x="67606" y="609736"/>
                  <a:pt x="43553" y="609736"/>
                </a:cubicBezTo>
                <a:lnTo>
                  <a:pt x="43553" y="609736"/>
                </a:lnTo>
                <a:cubicBezTo>
                  <a:pt x="19499" y="609736"/>
                  <a:pt x="0" y="590237"/>
                  <a:pt x="0" y="56618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6841" y="479078"/>
            <a:ext cx="3103121" cy="522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1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 功能总览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6841" y="1132367"/>
            <a:ext cx="15232514" cy="30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三Tab导航:总览 / 库存 / 更多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289" y="1872761"/>
            <a:ext cx="609736" cy="609736"/>
          </a:xfrm>
          <a:custGeom>
            <a:avLst/>
            <a:gdLst/>
            <a:ahLst/>
            <a:cxnLst/>
            <a:rect l="l" t="t" r="r" b="b"/>
            <a:pathLst>
              <a:path w="609736" h="609736">
                <a:moveTo>
                  <a:pt x="130660" y="0"/>
                </a:moveTo>
                <a:lnTo>
                  <a:pt x="479076" y="0"/>
                </a:lnTo>
                <a:cubicBezTo>
                  <a:pt x="551237" y="0"/>
                  <a:pt x="609736" y="58499"/>
                  <a:pt x="609736" y="130660"/>
                </a:cubicBezTo>
                <a:lnTo>
                  <a:pt x="609736" y="479076"/>
                </a:lnTo>
                <a:cubicBezTo>
                  <a:pt x="609736" y="551237"/>
                  <a:pt x="551237" y="609736"/>
                  <a:pt x="479076" y="609736"/>
                </a:cubicBezTo>
                <a:lnTo>
                  <a:pt x="130660" y="609736"/>
                </a:lnTo>
                <a:cubicBezTo>
                  <a:pt x="58499" y="609736"/>
                  <a:pt x="0" y="551237"/>
                  <a:pt x="0" y="479076"/>
                </a:cubicBezTo>
                <a:lnTo>
                  <a:pt x="0" y="130660"/>
                </a:lnTo>
                <a:cubicBezTo>
                  <a:pt x="0" y="58547"/>
                  <a:pt x="58547" y="0"/>
                  <a:pt x="13066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3831" y="2046971"/>
            <a:ext cx="228651" cy="261315"/>
          </a:xfrm>
          <a:custGeom>
            <a:avLst/>
            <a:gdLst/>
            <a:ahLst/>
            <a:cxnLst/>
            <a:rect l="l" t="t" r="r" b="b"/>
            <a:pathLst>
              <a:path w="228651" h="261315">
                <a:moveTo>
                  <a:pt x="195987" y="48997"/>
                </a:moveTo>
                <a:lnTo>
                  <a:pt x="130658" y="48997"/>
                </a:lnTo>
                <a:lnTo>
                  <a:pt x="130658" y="114326"/>
                </a:lnTo>
                <a:lnTo>
                  <a:pt x="195987" y="114326"/>
                </a:lnTo>
                <a:lnTo>
                  <a:pt x="195987" y="48997"/>
                </a:lnTo>
                <a:close/>
                <a:moveTo>
                  <a:pt x="228651" y="114326"/>
                </a:moveTo>
                <a:lnTo>
                  <a:pt x="228651" y="212319"/>
                </a:lnTo>
                <a:cubicBezTo>
                  <a:pt x="228651" y="230335"/>
                  <a:pt x="214003" y="244983"/>
                  <a:pt x="195987" y="244983"/>
                </a:cubicBezTo>
                <a:lnTo>
                  <a:pt x="32664" y="244983"/>
                </a:lnTo>
                <a:cubicBezTo>
                  <a:pt x="14648" y="244983"/>
                  <a:pt x="0" y="230335"/>
                  <a:pt x="0" y="212319"/>
                </a:cubicBezTo>
                <a:lnTo>
                  <a:pt x="0" y="48997"/>
                </a:lnTo>
                <a:cubicBezTo>
                  <a:pt x="0" y="30980"/>
                  <a:pt x="14648" y="16332"/>
                  <a:pt x="32664" y="16332"/>
                </a:cubicBezTo>
                <a:lnTo>
                  <a:pt x="195987" y="16332"/>
                </a:lnTo>
                <a:cubicBezTo>
                  <a:pt x="214003" y="16332"/>
                  <a:pt x="228651" y="30980"/>
                  <a:pt x="228651" y="48997"/>
                </a:cubicBezTo>
                <a:lnTo>
                  <a:pt x="228651" y="114326"/>
                </a:lnTo>
                <a:close/>
                <a:moveTo>
                  <a:pt x="32664" y="146990"/>
                </a:moveTo>
                <a:lnTo>
                  <a:pt x="32664" y="212319"/>
                </a:lnTo>
                <a:lnTo>
                  <a:pt x="97993" y="212319"/>
                </a:lnTo>
                <a:lnTo>
                  <a:pt x="97993" y="146990"/>
                </a:lnTo>
                <a:lnTo>
                  <a:pt x="32664" y="146990"/>
                </a:lnTo>
                <a:close/>
                <a:moveTo>
                  <a:pt x="97993" y="114326"/>
                </a:moveTo>
                <a:lnTo>
                  <a:pt x="97993" y="48997"/>
                </a:lnTo>
                <a:lnTo>
                  <a:pt x="32664" y="48997"/>
                </a:lnTo>
                <a:lnTo>
                  <a:pt x="32664" y="114326"/>
                </a:lnTo>
                <a:lnTo>
                  <a:pt x="97993" y="114326"/>
                </a:lnTo>
                <a:close/>
                <a:moveTo>
                  <a:pt x="130658" y="146990"/>
                </a:moveTo>
                <a:lnTo>
                  <a:pt x="130658" y="212319"/>
                </a:lnTo>
                <a:lnTo>
                  <a:pt x="195987" y="212319"/>
                </a:lnTo>
                <a:lnTo>
                  <a:pt x="195987" y="146990"/>
                </a:lnTo>
                <a:lnTo>
                  <a:pt x="130658" y="14699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93683" y="2003419"/>
            <a:ext cx="1186808" cy="348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总览 Tab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289" y="3429766"/>
            <a:ext cx="5585618" cy="1306577"/>
          </a:xfrm>
          <a:custGeom>
            <a:avLst/>
            <a:gdLst/>
            <a:ahLst/>
            <a:cxnLst/>
            <a:rect l="l" t="t" r="r" b="b"/>
            <a:pathLst>
              <a:path w="5585618" h="1306577">
                <a:moveTo>
                  <a:pt x="130658" y="0"/>
                </a:moveTo>
                <a:lnTo>
                  <a:pt x="5454960" y="0"/>
                </a:lnTo>
                <a:cubicBezTo>
                  <a:pt x="5527121" y="0"/>
                  <a:pt x="5585618" y="58497"/>
                  <a:pt x="5585618" y="130658"/>
                </a:cubicBezTo>
                <a:lnTo>
                  <a:pt x="5585618" y="1175920"/>
                </a:lnTo>
                <a:cubicBezTo>
                  <a:pt x="5585618" y="1248080"/>
                  <a:pt x="5527121" y="1306577"/>
                  <a:pt x="5454960" y="1306577"/>
                </a:cubicBezTo>
                <a:lnTo>
                  <a:pt x="130658" y="1306577"/>
                </a:lnTo>
                <a:cubicBezTo>
                  <a:pt x="58497" y="1306577"/>
                  <a:pt x="0" y="1248080"/>
                  <a:pt x="0" y="1175920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4719" y="3658417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59239" y="79620"/>
                </a:moveTo>
                <a:cubicBezTo>
                  <a:pt x="159239" y="97189"/>
                  <a:pt x="153536" y="113420"/>
                  <a:pt x="143928" y="126587"/>
                </a:cubicBezTo>
                <a:lnTo>
                  <a:pt x="192388" y="175086"/>
                </a:lnTo>
                <a:cubicBezTo>
                  <a:pt x="197173" y="179871"/>
                  <a:pt x="197173" y="187642"/>
                  <a:pt x="192388" y="192427"/>
                </a:cubicBezTo>
                <a:cubicBezTo>
                  <a:pt x="187604" y="197212"/>
                  <a:pt x="179833" y="197212"/>
                  <a:pt x="175048" y="192427"/>
                </a:cubicBezTo>
                <a:lnTo>
                  <a:pt x="126587" y="143928"/>
                </a:lnTo>
                <a:cubicBezTo>
                  <a:pt x="113420" y="153536"/>
                  <a:pt x="97189" y="159239"/>
                  <a:pt x="79620" y="159239"/>
                </a:cubicBezTo>
                <a:cubicBezTo>
                  <a:pt x="35637" y="159239"/>
                  <a:pt x="0" y="123602"/>
                  <a:pt x="0" y="79620"/>
                </a:cubicBezTo>
                <a:cubicBezTo>
                  <a:pt x="0" y="35637"/>
                  <a:pt x="35637" y="0"/>
                  <a:pt x="79620" y="0"/>
                </a:cubicBezTo>
                <a:cubicBezTo>
                  <a:pt x="123602" y="0"/>
                  <a:pt x="159239" y="35637"/>
                  <a:pt x="159239" y="79620"/>
                </a:cubicBezTo>
                <a:close/>
                <a:moveTo>
                  <a:pt x="79620" y="134741"/>
                </a:moveTo>
                <a:cubicBezTo>
                  <a:pt x="110042" y="134741"/>
                  <a:pt x="134741" y="110042"/>
                  <a:pt x="134741" y="79620"/>
                </a:cubicBezTo>
                <a:cubicBezTo>
                  <a:pt x="134741" y="49197"/>
                  <a:pt x="110042" y="24498"/>
                  <a:pt x="79620" y="24498"/>
                </a:cubicBezTo>
                <a:cubicBezTo>
                  <a:pt x="49197" y="24498"/>
                  <a:pt x="24498" y="49197"/>
                  <a:pt x="24498" y="79620"/>
                </a:cubicBezTo>
                <a:cubicBezTo>
                  <a:pt x="24498" y="110042"/>
                  <a:pt x="49197" y="134741"/>
                  <a:pt x="79620" y="134741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77926" y="3603976"/>
            <a:ext cx="5084764" cy="30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顶部搜索框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499" y="3995949"/>
            <a:ext cx="5324303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0" dirty="0">
                <a:solidFill>
                  <a:srgbClr val="2C3E5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支持「名称+品牌」模糊搜索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9275" y="4377034"/>
            <a:ext cx="152434" cy="152434"/>
          </a:xfrm>
          <a:custGeom>
            <a:avLst/>
            <a:gdLst/>
            <a:ahLst/>
            <a:cxnLst/>
            <a:rect l="l" t="t" r="r" b="b"/>
            <a:pathLst>
              <a:path w="152434" h="152434">
                <a:moveTo>
                  <a:pt x="76217" y="152434"/>
                </a:moveTo>
                <a:cubicBezTo>
                  <a:pt x="118282" y="152434"/>
                  <a:pt x="152434" y="118282"/>
                  <a:pt x="152434" y="76217"/>
                </a:cubicBezTo>
                <a:cubicBezTo>
                  <a:pt x="152434" y="34152"/>
                  <a:pt x="118282" y="0"/>
                  <a:pt x="76217" y="0"/>
                </a:cubicBezTo>
                <a:cubicBezTo>
                  <a:pt x="34152" y="0"/>
                  <a:pt x="0" y="34152"/>
                  <a:pt x="0" y="76217"/>
                </a:cubicBezTo>
                <a:cubicBezTo>
                  <a:pt x="0" y="118282"/>
                  <a:pt x="34152" y="152434"/>
                  <a:pt x="76217" y="152434"/>
                </a:cubicBezTo>
                <a:close/>
                <a:moveTo>
                  <a:pt x="66690" y="47636"/>
                </a:moveTo>
                <a:cubicBezTo>
                  <a:pt x="66690" y="42377"/>
                  <a:pt x="70959" y="38109"/>
                  <a:pt x="76217" y="38109"/>
                </a:cubicBezTo>
                <a:cubicBezTo>
                  <a:pt x="81475" y="38109"/>
                  <a:pt x="85744" y="42377"/>
                  <a:pt x="85744" y="47636"/>
                </a:cubicBezTo>
                <a:cubicBezTo>
                  <a:pt x="85744" y="52894"/>
                  <a:pt x="81475" y="57163"/>
                  <a:pt x="76217" y="57163"/>
                </a:cubicBezTo>
                <a:cubicBezTo>
                  <a:pt x="70959" y="57163"/>
                  <a:pt x="66690" y="52894"/>
                  <a:pt x="66690" y="47636"/>
                </a:cubicBezTo>
                <a:close/>
                <a:moveTo>
                  <a:pt x="64308" y="66690"/>
                </a:moveTo>
                <a:lnTo>
                  <a:pt x="78599" y="66690"/>
                </a:lnTo>
                <a:cubicBezTo>
                  <a:pt x="82559" y="66690"/>
                  <a:pt x="85744" y="69876"/>
                  <a:pt x="85744" y="73835"/>
                </a:cubicBezTo>
                <a:lnTo>
                  <a:pt x="85744" y="100035"/>
                </a:lnTo>
                <a:lnTo>
                  <a:pt x="88126" y="100035"/>
                </a:lnTo>
                <a:cubicBezTo>
                  <a:pt x="92086" y="100035"/>
                  <a:pt x="95271" y="103220"/>
                  <a:pt x="95271" y="107180"/>
                </a:cubicBezTo>
                <a:cubicBezTo>
                  <a:pt x="95271" y="111140"/>
                  <a:pt x="92086" y="114326"/>
                  <a:pt x="88126" y="114326"/>
                </a:cubicBezTo>
                <a:lnTo>
                  <a:pt x="64308" y="114326"/>
                </a:lnTo>
                <a:cubicBezTo>
                  <a:pt x="60348" y="114326"/>
                  <a:pt x="57163" y="111140"/>
                  <a:pt x="57163" y="107180"/>
                </a:cubicBezTo>
                <a:cubicBezTo>
                  <a:pt x="57163" y="103220"/>
                  <a:pt x="60348" y="100035"/>
                  <a:pt x="64308" y="100035"/>
                </a:cubicBezTo>
                <a:lnTo>
                  <a:pt x="71453" y="100035"/>
                </a:lnTo>
                <a:lnTo>
                  <a:pt x="71453" y="80981"/>
                </a:lnTo>
                <a:lnTo>
                  <a:pt x="64308" y="80981"/>
                </a:lnTo>
                <a:cubicBezTo>
                  <a:pt x="60348" y="80981"/>
                  <a:pt x="57163" y="77795"/>
                  <a:pt x="57163" y="73835"/>
                </a:cubicBezTo>
                <a:cubicBezTo>
                  <a:pt x="57163" y="69876"/>
                  <a:pt x="60348" y="66690"/>
                  <a:pt x="64308" y="6669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05147" y="4344370"/>
            <a:ext cx="1644110" cy="217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C3E5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实时搜索建议,拼音匹配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504" y="5150153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2249" y="24498"/>
                </a:moveTo>
                <a:cubicBezTo>
                  <a:pt x="7311" y="24498"/>
                  <a:pt x="2833" y="27484"/>
                  <a:pt x="919" y="32077"/>
                </a:cubicBezTo>
                <a:cubicBezTo>
                  <a:pt x="-995" y="36671"/>
                  <a:pt x="77" y="41915"/>
                  <a:pt x="3598" y="45398"/>
                </a:cubicBezTo>
                <a:lnTo>
                  <a:pt x="73495" y="115334"/>
                </a:lnTo>
                <a:lnTo>
                  <a:pt x="73495" y="159239"/>
                </a:lnTo>
                <a:cubicBezTo>
                  <a:pt x="73495" y="162493"/>
                  <a:pt x="74796" y="165593"/>
                  <a:pt x="77093" y="167890"/>
                </a:cubicBezTo>
                <a:lnTo>
                  <a:pt x="101591" y="192388"/>
                </a:lnTo>
                <a:cubicBezTo>
                  <a:pt x="105113" y="195910"/>
                  <a:pt x="110357" y="196944"/>
                  <a:pt x="114951" y="195030"/>
                </a:cubicBezTo>
                <a:cubicBezTo>
                  <a:pt x="119544" y="193116"/>
                  <a:pt x="122492" y="188675"/>
                  <a:pt x="122492" y="183737"/>
                </a:cubicBezTo>
                <a:lnTo>
                  <a:pt x="122492" y="115334"/>
                </a:lnTo>
                <a:lnTo>
                  <a:pt x="192388" y="45437"/>
                </a:lnTo>
                <a:cubicBezTo>
                  <a:pt x="195910" y="41915"/>
                  <a:pt x="196944" y="36671"/>
                  <a:pt x="195030" y="32077"/>
                </a:cubicBezTo>
                <a:cubicBezTo>
                  <a:pt x="193116" y="27484"/>
                  <a:pt x="188675" y="24498"/>
                  <a:pt x="183737" y="24498"/>
                </a:cubicBezTo>
                <a:lnTo>
                  <a:pt x="12249" y="24498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4406" y="5161118"/>
            <a:ext cx="5084764" cy="30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分类胶囊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7499" y="7981010"/>
            <a:ext cx="5237198" cy="391973"/>
          </a:xfrm>
          <a:custGeom>
            <a:avLst/>
            <a:gdLst/>
            <a:ahLst/>
            <a:cxnLst/>
            <a:rect l="l" t="t" r="r" b="b"/>
            <a:pathLst>
              <a:path w="5237198" h="391973">
                <a:moveTo>
                  <a:pt x="87104" y="0"/>
                </a:moveTo>
                <a:lnTo>
                  <a:pt x="5150093" y="0"/>
                </a:lnTo>
                <a:cubicBezTo>
                  <a:pt x="5198200" y="0"/>
                  <a:pt x="5237198" y="38998"/>
                  <a:pt x="5237198" y="87104"/>
                </a:cubicBezTo>
                <a:lnTo>
                  <a:pt x="5237198" y="304869"/>
                </a:lnTo>
                <a:cubicBezTo>
                  <a:pt x="5237198" y="352975"/>
                  <a:pt x="5198200" y="391973"/>
                  <a:pt x="5150093" y="391973"/>
                </a:cubicBezTo>
                <a:lnTo>
                  <a:pt x="87104" y="391973"/>
                </a:lnTo>
                <a:cubicBezTo>
                  <a:pt x="38998" y="391973"/>
                  <a:pt x="0" y="352975"/>
                  <a:pt x="0" y="304869"/>
                </a:cubicBezTo>
                <a:lnTo>
                  <a:pt x="0" y="87104"/>
                </a:lnTo>
                <a:cubicBezTo>
                  <a:pt x="0" y="39030"/>
                  <a:pt x="39030" y="0"/>
                  <a:pt x="87104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895734" y="1872761"/>
            <a:ext cx="609736" cy="609736"/>
          </a:xfrm>
          <a:custGeom>
            <a:avLst/>
            <a:gdLst/>
            <a:ahLst/>
            <a:cxnLst/>
            <a:rect l="l" t="t" r="r" b="b"/>
            <a:pathLst>
              <a:path w="609736" h="609736">
                <a:moveTo>
                  <a:pt x="130660" y="0"/>
                </a:moveTo>
                <a:lnTo>
                  <a:pt x="479076" y="0"/>
                </a:lnTo>
                <a:cubicBezTo>
                  <a:pt x="551237" y="0"/>
                  <a:pt x="609736" y="58499"/>
                  <a:pt x="609736" y="130660"/>
                </a:cubicBezTo>
                <a:lnTo>
                  <a:pt x="609736" y="479076"/>
                </a:lnTo>
                <a:cubicBezTo>
                  <a:pt x="609736" y="551237"/>
                  <a:pt x="551237" y="609736"/>
                  <a:pt x="479076" y="609736"/>
                </a:cubicBezTo>
                <a:lnTo>
                  <a:pt x="130660" y="609736"/>
                </a:lnTo>
                <a:cubicBezTo>
                  <a:pt x="58499" y="609736"/>
                  <a:pt x="0" y="551237"/>
                  <a:pt x="0" y="479076"/>
                </a:cubicBezTo>
                <a:lnTo>
                  <a:pt x="0" y="130660"/>
                </a:lnTo>
                <a:cubicBezTo>
                  <a:pt x="0" y="58547"/>
                  <a:pt x="58547" y="0"/>
                  <a:pt x="13066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069945" y="2046971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32664" y="32664"/>
                </a:moveTo>
                <a:cubicBezTo>
                  <a:pt x="32664" y="23631"/>
                  <a:pt x="25366" y="16332"/>
                  <a:pt x="16332" y="16332"/>
                </a:cubicBezTo>
                <a:cubicBezTo>
                  <a:pt x="7298" y="16332"/>
                  <a:pt x="0" y="23631"/>
                  <a:pt x="0" y="32664"/>
                </a:cubicBezTo>
                <a:lnTo>
                  <a:pt x="0" y="204153"/>
                </a:lnTo>
                <a:cubicBezTo>
                  <a:pt x="0" y="226712"/>
                  <a:pt x="18272" y="244983"/>
                  <a:pt x="40831" y="244983"/>
                </a:cubicBezTo>
                <a:lnTo>
                  <a:pt x="244983" y="244983"/>
                </a:lnTo>
                <a:cubicBezTo>
                  <a:pt x="254017" y="244983"/>
                  <a:pt x="261315" y="237685"/>
                  <a:pt x="261315" y="228651"/>
                </a:cubicBezTo>
                <a:cubicBezTo>
                  <a:pt x="261315" y="219617"/>
                  <a:pt x="254017" y="212319"/>
                  <a:pt x="244983" y="212319"/>
                </a:cubicBezTo>
                <a:lnTo>
                  <a:pt x="40831" y="212319"/>
                </a:lnTo>
                <a:cubicBezTo>
                  <a:pt x="36339" y="212319"/>
                  <a:pt x="32664" y="208644"/>
                  <a:pt x="32664" y="204153"/>
                </a:cubicBezTo>
                <a:lnTo>
                  <a:pt x="32664" y="32664"/>
                </a:lnTo>
                <a:close/>
                <a:moveTo>
                  <a:pt x="240186" y="76863"/>
                </a:moveTo>
                <a:cubicBezTo>
                  <a:pt x="246565" y="70484"/>
                  <a:pt x="246565" y="60123"/>
                  <a:pt x="240186" y="53743"/>
                </a:cubicBezTo>
                <a:cubicBezTo>
                  <a:pt x="233806" y="47363"/>
                  <a:pt x="223445" y="47363"/>
                  <a:pt x="217065" y="53743"/>
                </a:cubicBezTo>
                <a:lnTo>
                  <a:pt x="163322" y="107537"/>
                </a:lnTo>
                <a:lnTo>
                  <a:pt x="134026" y="78293"/>
                </a:lnTo>
                <a:cubicBezTo>
                  <a:pt x="127646" y="71913"/>
                  <a:pt x="117286" y="71913"/>
                  <a:pt x="110906" y="78293"/>
                </a:cubicBezTo>
                <a:lnTo>
                  <a:pt x="61909" y="127289"/>
                </a:lnTo>
                <a:cubicBezTo>
                  <a:pt x="55530" y="133669"/>
                  <a:pt x="55530" y="144030"/>
                  <a:pt x="61909" y="150410"/>
                </a:cubicBezTo>
                <a:cubicBezTo>
                  <a:pt x="68289" y="156789"/>
                  <a:pt x="78650" y="156789"/>
                  <a:pt x="85030" y="150410"/>
                </a:cubicBezTo>
                <a:lnTo>
                  <a:pt x="122492" y="112947"/>
                </a:lnTo>
                <a:lnTo>
                  <a:pt x="151788" y="142243"/>
                </a:lnTo>
                <a:cubicBezTo>
                  <a:pt x="158167" y="148623"/>
                  <a:pt x="168528" y="148623"/>
                  <a:pt x="174908" y="142243"/>
                </a:cubicBezTo>
                <a:lnTo>
                  <a:pt x="240237" y="76915"/>
                </a:lnTo>
                <a:close/>
              </a:path>
            </a:pathLst>
          </a:custGeom>
          <a:solidFill>
            <a:srgbClr val="21252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636128" y="2003419"/>
            <a:ext cx="1698551" cy="348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真机截图演示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851882" y="5422025"/>
            <a:ext cx="500855" cy="217763"/>
          </a:xfrm>
          <a:prstGeom prst="rect">
            <a:avLst/>
          </a:prstGeom>
          <a:noFill/>
        </p:spPr>
        <p:txBody>
          <a:bodyPr wrap="square" lIns="87105" tIns="21776" rIns="87105" bIns="21776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35526" y="9668672"/>
            <a:ext cx="15384948" cy="566184"/>
          </a:xfrm>
          <a:custGeom>
            <a:avLst/>
            <a:gdLst/>
            <a:ahLst/>
            <a:cxnLst/>
            <a:rect l="l" t="t" r="r" b="b"/>
            <a:pathLst>
              <a:path w="15384948" h="566184">
                <a:moveTo>
                  <a:pt x="130658" y="0"/>
                </a:moveTo>
                <a:lnTo>
                  <a:pt x="15254290" y="0"/>
                </a:lnTo>
                <a:cubicBezTo>
                  <a:pt x="15326451" y="0"/>
                  <a:pt x="15384948" y="58498"/>
                  <a:pt x="15384948" y="130658"/>
                </a:cubicBezTo>
                <a:lnTo>
                  <a:pt x="15384948" y="435525"/>
                </a:lnTo>
                <a:cubicBezTo>
                  <a:pt x="15384948" y="507686"/>
                  <a:pt x="15326451" y="566184"/>
                  <a:pt x="15254290" y="566184"/>
                </a:cubicBezTo>
                <a:lnTo>
                  <a:pt x="130658" y="566184"/>
                </a:lnTo>
                <a:cubicBezTo>
                  <a:pt x="58546" y="566184"/>
                  <a:pt x="0" y="507638"/>
                  <a:pt x="0" y="435525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0000"/>
                </a:srgbClr>
              </a:gs>
              <a:gs pos="100000">
                <a:srgbClr val="FFE955">
                  <a:alpha val="10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5673404" y="9842883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30623" y="61246"/>
                </a:moveTo>
                <a:cubicBezTo>
                  <a:pt x="37398" y="61246"/>
                  <a:pt x="42872" y="66720"/>
                  <a:pt x="42872" y="73495"/>
                </a:cubicBezTo>
                <a:lnTo>
                  <a:pt x="42872" y="171488"/>
                </a:lnTo>
                <a:cubicBezTo>
                  <a:pt x="42872" y="178264"/>
                  <a:pt x="37398" y="183737"/>
                  <a:pt x="30623" y="183737"/>
                </a:cubicBezTo>
                <a:lnTo>
                  <a:pt x="12249" y="183737"/>
                </a:lnTo>
                <a:cubicBezTo>
                  <a:pt x="5474" y="183737"/>
                  <a:pt x="0" y="178264"/>
                  <a:pt x="0" y="171488"/>
                </a:cubicBezTo>
                <a:lnTo>
                  <a:pt x="0" y="73495"/>
                </a:lnTo>
                <a:cubicBezTo>
                  <a:pt x="0" y="66720"/>
                  <a:pt x="5474" y="61246"/>
                  <a:pt x="12249" y="61246"/>
                </a:cubicBezTo>
                <a:lnTo>
                  <a:pt x="30623" y="61246"/>
                </a:lnTo>
                <a:close/>
                <a:moveTo>
                  <a:pt x="103582" y="6125"/>
                </a:moveTo>
                <a:cubicBezTo>
                  <a:pt x="114032" y="6125"/>
                  <a:pt x="122492" y="14584"/>
                  <a:pt x="122492" y="25034"/>
                </a:cubicBezTo>
                <a:lnTo>
                  <a:pt x="122492" y="26642"/>
                </a:lnTo>
                <a:cubicBezTo>
                  <a:pt x="122492" y="29245"/>
                  <a:pt x="121994" y="31848"/>
                  <a:pt x="121037" y="34259"/>
                </a:cubicBezTo>
                <a:lnTo>
                  <a:pt x="110242" y="61246"/>
                </a:lnTo>
                <a:lnTo>
                  <a:pt x="171488" y="61246"/>
                </a:lnTo>
                <a:cubicBezTo>
                  <a:pt x="181632" y="61246"/>
                  <a:pt x="189862" y="69476"/>
                  <a:pt x="189862" y="79620"/>
                </a:cubicBezTo>
                <a:cubicBezTo>
                  <a:pt x="189862" y="87160"/>
                  <a:pt x="185307" y="93630"/>
                  <a:pt x="178799" y="96462"/>
                </a:cubicBezTo>
                <a:cubicBezTo>
                  <a:pt x="185307" y="99295"/>
                  <a:pt x="189862" y="105764"/>
                  <a:pt x="189862" y="113305"/>
                </a:cubicBezTo>
                <a:cubicBezTo>
                  <a:pt x="189862" y="122262"/>
                  <a:pt x="183431" y="129726"/>
                  <a:pt x="174933" y="131334"/>
                </a:cubicBezTo>
                <a:cubicBezTo>
                  <a:pt x="176618" y="134128"/>
                  <a:pt x="177613" y="137382"/>
                  <a:pt x="177613" y="140865"/>
                </a:cubicBezTo>
                <a:cubicBezTo>
                  <a:pt x="177613" y="149363"/>
                  <a:pt x="171871" y="156483"/>
                  <a:pt x="164062" y="158588"/>
                </a:cubicBezTo>
                <a:cubicBezTo>
                  <a:pt x="164904" y="160694"/>
                  <a:pt x="165364" y="162990"/>
                  <a:pt x="165364" y="165364"/>
                </a:cubicBezTo>
                <a:cubicBezTo>
                  <a:pt x="165364" y="175508"/>
                  <a:pt x="157134" y="183737"/>
                  <a:pt x="146990" y="183737"/>
                </a:cubicBezTo>
                <a:lnTo>
                  <a:pt x="113343" y="183737"/>
                </a:lnTo>
                <a:cubicBezTo>
                  <a:pt x="99448" y="183737"/>
                  <a:pt x="85936" y="178991"/>
                  <a:pt x="75103" y="170302"/>
                </a:cubicBezTo>
                <a:lnTo>
                  <a:pt x="70433" y="166589"/>
                </a:lnTo>
                <a:cubicBezTo>
                  <a:pt x="64614" y="161957"/>
                  <a:pt x="61246" y="154914"/>
                  <a:pt x="61246" y="147449"/>
                </a:cubicBezTo>
                <a:lnTo>
                  <a:pt x="61246" y="76021"/>
                </a:lnTo>
                <a:cubicBezTo>
                  <a:pt x="61246" y="70318"/>
                  <a:pt x="62586" y="64691"/>
                  <a:pt x="65112" y="59600"/>
                </a:cubicBezTo>
                <a:lnTo>
                  <a:pt x="86625" y="16575"/>
                </a:lnTo>
                <a:cubicBezTo>
                  <a:pt x="89840" y="10182"/>
                  <a:pt x="96386" y="6125"/>
                  <a:pt x="103582" y="6125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42292" y="9799330"/>
            <a:ext cx="14896521" cy="30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清晰的导航设计 + 智能的分类筛选 = 极致的用户体验</a:t>
            </a:r>
            <a:endParaRPr lang="en-US" sz="1600" dirty="0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110" y="513080"/>
            <a:ext cx="3738245" cy="827659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" y="5604510"/>
            <a:ext cx="6593840" cy="31127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456" y="466456"/>
            <a:ext cx="93291" cy="653039"/>
          </a:xfrm>
          <a:custGeom>
            <a:avLst/>
            <a:gdLst/>
            <a:ahLst/>
            <a:cxnLst/>
            <a:rect l="l" t="t" r="r" b="b"/>
            <a:pathLst>
              <a:path w="93291" h="653039">
                <a:moveTo>
                  <a:pt x="46646" y="0"/>
                </a:moveTo>
                <a:lnTo>
                  <a:pt x="46646" y="0"/>
                </a:lnTo>
                <a:cubicBezTo>
                  <a:pt x="72407" y="0"/>
                  <a:pt x="93291" y="20884"/>
                  <a:pt x="93291" y="46646"/>
                </a:cubicBezTo>
                <a:lnTo>
                  <a:pt x="93291" y="606393"/>
                </a:lnTo>
                <a:cubicBezTo>
                  <a:pt x="93291" y="632138"/>
                  <a:pt x="72390" y="653039"/>
                  <a:pt x="46646" y="653039"/>
                </a:cubicBezTo>
                <a:lnTo>
                  <a:pt x="46646" y="653039"/>
                </a:lnTo>
                <a:cubicBezTo>
                  <a:pt x="20901" y="653039"/>
                  <a:pt x="0" y="632138"/>
                  <a:pt x="0" y="606393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6330" y="513102"/>
            <a:ext cx="6915213" cy="5714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0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 总览页 | 列表与标签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6330" y="1212786"/>
            <a:ext cx="15159828" cy="3265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颜色编码系统,让食品状态一目了然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456" y="1772534"/>
            <a:ext cx="7521607" cy="6973521"/>
          </a:xfrm>
          <a:custGeom>
            <a:avLst/>
            <a:gdLst/>
            <a:ahLst/>
            <a:cxnLst/>
            <a:rect l="l" t="t" r="r" b="b"/>
            <a:pathLst>
              <a:path w="7521607" h="6973521">
                <a:moveTo>
                  <a:pt x="186611" y="0"/>
                </a:moveTo>
                <a:lnTo>
                  <a:pt x="7334995" y="0"/>
                </a:lnTo>
                <a:cubicBezTo>
                  <a:pt x="7438058" y="0"/>
                  <a:pt x="7521607" y="83549"/>
                  <a:pt x="7521607" y="186611"/>
                </a:cubicBezTo>
                <a:lnTo>
                  <a:pt x="7521607" y="6786909"/>
                </a:lnTo>
                <a:cubicBezTo>
                  <a:pt x="7521607" y="6889972"/>
                  <a:pt x="7438058" y="6973521"/>
                  <a:pt x="7334995" y="6973521"/>
                </a:cubicBezTo>
                <a:lnTo>
                  <a:pt x="186611" y="6973521"/>
                </a:lnTo>
                <a:cubicBezTo>
                  <a:pt x="83549" y="6973521"/>
                  <a:pt x="0" y="6889972"/>
                  <a:pt x="0" y="6786909"/>
                </a:cubicBezTo>
                <a:lnTo>
                  <a:pt x="0" y="186611"/>
                </a:lnTo>
                <a:cubicBezTo>
                  <a:pt x="0" y="83549"/>
                  <a:pt x="83549" y="0"/>
                  <a:pt x="18661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4921" dist="1166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99684" y="2005762"/>
            <a:ext cx="653039" cy="653039"/>
          </a:xfrm>
          <a:custGeom>
            <a:avLst/>
            <a:gdLst/>
            <a:ahLst/>
            <a:cxnLst/>
            <a:rect l="l" t="t" r="r" b="b"/>
            <a:pathLst>
              <a:path w="653039" h="653039">
                <a:moveTo>
                  <a:pt x="139940" y="0"/>
                </a:moveTo>
                <a:lnTo>
                  <a:pt x="513099" y="0"/>
                </a:lnTo>
                <a:cubicBezTo>
                  <a:pt x="590386" y="0"/>
                  <a:pt x="653039" y="62653"/>
                  <a:pt x="653039" y="139940"/>
                </a:cubicBezTo>
                <a:lnTo>
                  <a:pt x="653039" y="513099"/>
                </a:lnTo>
                <a:cubicBezTo>
                  <a:pt x="653039" y="590386"/>
                  <a:pt x="590386" y="653039"/>
                  <a:pt x="513099" y="653039"/>
                </a:cubicBezTo>
                <a:lnTo>
                  <a:pt x="139940" y="653039"/>
                </a:lnTo>
                <a:cubicBezTo>
                  <a:pt x="62653" y="653039"/>
                  <a:pt x="0" y="590386"/>
                  <a:pt x="0" y="513099"/>
                </a:cubicBezTo>
                <a:lnTo>
                  <a:pt x="0" y="139940"/>
                </a:lnTo>
                <a:cubicBezTo>
                  <a:pt x="0" y="62653"/>
                  <a:pt x="62653" y="0"/>
                  <a:pt x="13994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86267" y="2192344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279874" y="139937"/>
                </a:moveTo>
                <a:cubicBezTo>
                  <a:pt x="279874" y="140429"/>
                  <a:pt x="279874" y="140921"/>
                  <a:pt x="279874" y="141413"/>
                </a:cubicBezTo>
                <a:cubicBezTo>
                  <a:pt x="279655" y="161365"/>
                  <a:pt x="261507" y="174921"/>
                  <a:pt x="241555" y="174921"/>
                </a:cubicBezTo>
                <a:lnTo>
                  <a:pt x="188040" y="174921"/>
                </a:lnTo>
                <a:cubicBezTo>
                  <a:pt x="173555" y="174921"/>
                  <a:pt x="161802" y="186674"/>
                  <a:pt x="161802" y="201159"/>
                </a:cubicBezTo>
                <a:cubicBezTo>
                  <a:pt x="161802" y="203018"/>
                  <a:pt x="162021" y="204822"/>
                  <a:pt x="162349" y="206571"/>
                </a:cubicBezTo>
                <a:cubicBezTo>
                  <a:pt x="163497" y="212146"/>
                  <a:pt x="165902" y="217503"/>
                  <a:pt x="168252" y="222915"/>
                </a:cubicBezTo>
                <a:cubicBezTo>
                  <a:pt x="171587" y="230459"/>
                  <a:pt x="174866" y="237947"/>
                  <a:pt x="174866" y="245873"/>
                </a:cubicBezTo>
                <a:cubicBezTo>
                  <a:pt x="174866" y="263256"/>
                  <a:pt x="163059" y="279054"/>
                  <a:pt x="145676" y="279764"/>
                </a:cubicBezTo>
                <a:cubicBezTo>
                  <a:pt x="143763" y="279819"/>
                  <a:pt x="141850" y="279874"/>
                  <a:pt x="139882" y="279874"/>
                </a:cubicBezTo>
                <a:cubicBezTo>
                  <a:pt x="62589" y="279874"/>
                  <a:pt x="-55" y="217230"/>
                  <a:pt x="-55" y="139937"/>
                </a:cubicBezTo>
                <a:cubicBezTo>
                  <a:pt x="-55" y="62644"/>
                  <a:pt x="62644" y="0"/>
                  <a:pt x="139937" y="0"/>
                </a:cubicBezTo>
                <a:cubicBezTo>
                  <a:pt x="217230" y="0"/>
                  <a:pt x="279874" y="62644"/>
                  <a:pt x="279874" y="139937"/>
                </a:cubicBezTo>
                <a:close/>
                <a:moveTo>
                  <a:pt x="69968" y="157429"/>
                </a:moveTo>
                <a:cubicBezTo>
                  <a:pt x="69968" y="147775"/>
                  <a:pt x="62130" y="139937"/>
                  <a:pt x="52476" y="139937"/>
                </a:cubicBezTo>
                <a:cubicBezTo>
                  <a:pt x="42822" y="139937"/>
                  <a:pt x="34984" y="147775"/>
                  <a:pt x="34984" y="157429"/>
                </a:cubicBezTo>
                <a:cubicBezTo>
                  <a:pt x="34984" y="167083"/>
                  <a:pt x="42822" y="174921"/>
                  <a:pt x="52476" y="174921"/>
                </a:cubicBezTo>
                <a:cubicBezTo>
                  <a:pt x="62130" y="174921"/>
                  <a:pt x="69968" y="167083"/>
                  <a:pt x="69968" y="157429"/>
                </a:cubicBezTo>
                <a:close/>
                <a:moveTo>
                  <a:pt x="69968" y="104953"/>
                </a:moveTo>
                <a:cubicBezTo>
                  <a:pt x="79623" y="104953"/>
                  <a:pt x="87461" y="97115"/>
                  <a:pt x="87461" y="87461"/>
                </a:cubicBezTo>
                <a:cubicBezTo>
                  <a:pt x="87461" y="77806"/>
                  <a:pt x="79623" y="69968"/>
                  <a:pt x="69968" y="69968"/>
                </a:cubicBezTo>
                <a:cubicBezTo>
                  <a:pt x="60314" y="69968"/>
                  <a:pt x="52476" y="77806"/>
                  <a:pt x="52476" y="87461"/>
                </a:cubicBezTo>
                <a:cubicBezTo>
                  <a:pt x="52476" y="97115"/>
                  <a:pt x="60314" y="104953"/>
                  <a:pt x="69968" y="104953"/>
                </a:cubicBezTo>
                <a:close/>
                <a:moveTo>
                  <a:pt x="157429" y="52476"/>
                </a:moveTo>
                <a:cubicBezTo>
                  <a:pt x="157429" y="42822"/>
                  <a:pt x="149591" y="34984"/>
                  <a:pt x="139937" y="34984"/>
                </a:cubicBezTo>
                <a:cubicBezTo>
                  <a:pt x="130283" y="34984"/>
                  <a:pt x="122445" y="42822"/>
                  <a:pt x="122445" y="52476"/>
                </a:cubicBezTo>
                <a:cubicBezTo>
                  <a:pt x="122445" y="62130"/>
                  <a:pt x="130283" y="69968"/>
                  <a:pt x="139937" y="69968"/>
                </a:cubicBezTo>
                <a:cubicBezTo>
                  <a:pt x="149591" y="69968"/>
                  <a:pt x="157429" y="62130"/>
                  <a:pt x="157429" y="52476"/>
                </a:cubicBezTo>
                <a:close/>
                <a:moveTo>
                  <a:pt x="209905" y="104953"/>
                </a:moveTo>
                <a:cubicBezTo>
                  <a:pt x="219559" y="104953"/>
                  <a:pt x="227397" y="97115"/>
                  <a:pt x="227397" y="87461"/>
                </a:cubicBezTo>
                <a:cubicBezTo>
                  <a:pt x="227397" y="77806"/>
                  <a:pt x="219559" y="69968"/>
                  <a:pt x="209905" y="69968"/>
                </a:cubicBezTo>
                <a:cubicBezTo>
                  <a:pt x="200251" y="69968"/>
                  <a:pt x="192413" y="77806"/>
                  <a:pt x="192413" y="87461"/>
                </a:cubicBezTo>
                <a:cubicBezTo>
                  <a:pt x="192413" y="97115"/>
                  <a:pt x="200251" y="104953"/>
                  <a:pt x="209905" y="10495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92660" y="2145699"/>
            <a:ext cx="1819179" cy="373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颜色编码系统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3007" y="3018408"/>
            <a:ext cx="7031828" cy="1679242"/>
          </a:xfrm>
          <a:custGeom>
            <a:avLst/>
            <a:gdLst/>
            <a:ahLst/>
            <a:cxnLst/>
            <a:rect l="l" t="t" r="r" b="b"/>
            <a:pathLst>
              <a:path w="7031828" h="1679242">
                <a:moveTo>
                  <a:pt x="46646" y="0"/>
                </a:moveTo>
                <a:lnTo>
                  <a:pt x="6891897" y="0"/>
                </a:lnTo>
                <a:cubicBezTo>
                  <a:pt x="6969178" y="0"/>
                  <a:pt x="7031828" y="62649"/>
                  <a:pt x="7031828" y="139931"/>
                </a:cubicBezTo>
                <a:lnTo>
                  <a:pt x="7031828" y="1539311"/>
                </a:lnTo>
                <a:cubicBezTo>
                  <a:pt x="7031828" y="1616593"/>
                  <a:pt x="6969178" y="1679242"/>
                  <a:pt x="6891897" y="1679242"/>
                </a:cubicBez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E955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23007" y="3018408"/>
            <a:ext cx="46646" cy="1679242"/>
          </a:xfrm>
          <a:custGeom>
            <a:avLst/>
            <a:gdLst/>
            <a:ahLst/>
            <a:cxnLst/>
            <a:rect l="l" t="t" r="r" b="b"/>
            <a:pathLst>
              <a:path w="46646" h="1679242">
                <a:moveTo>
                  <a:pt x="46646" y="0"/>
                </a:moveTo>
                <a:lnTo>
                  <a:pt x="46646" y="0"/>
                </a:lnTo>
                <a:lnTo>
                  <a:pt x="46646" y="1679242"/>
                </a:ln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539306" y="3204991"/>
            <a:ext cx="944574" cy="3265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临期食品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9306" y="3531510"/>
            <a:ext cx="932912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≤3天过期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912" y="3904675"/>
            <a:ext cx="6728631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需要尽快食用或处理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6439" y="4312824"/>
            <a:ext cx="142852" cy="163260"/>
          </a:xfrm>
          <a:custGeom>
            <a:avLst/>
            <a:gdLst/>
            <a:ahLst/>
            <a:cxnLst/>
            <a:rect l="l" t="t" r="r" b="b"/>
            <a:pathLst>
              <a:path w="142852" h="163260">
                <a:moveTo>
                  <a:pt x="71426" y="0"/>
                </a:moveTo>
                <a:cubicBezTo>
                  <a:pt x="65782" y="0"/>
                  <a:pt x="61222" y="4560"/>
                  <a:pt x="61222" y="10204"/>
                </a:cubicBezTo>
                <a:lnTo>
                  <a:pt x="61222" y="11224"/>
                </a:lnTo>
                <a:cubicBezTo>
                  <a:pt x="37945" y="15943"/>
                  <a:pt x="20407" y="36542"/>
                  <a:pt x="20407" y="61222"/>
                </a:cubicBezTo>
                <a:lnTo>
                  <a:pt x="20407" y="68142"/>
                </a:lnTo>
                <a:cubicBezTo>
                  <a:pt x="20407" y="83479"/>
                  <a:pt x="15178" y="98370"/>
                  <a:pt x="5612" y="110360"/>
                </a:cubicBezTo>
                <a:lnTo>
                  <a:pt x="2487" y="114250"/>
                </a:lnTo>
                <a:cubicBezTo>
                  <a:pt x="861" y="116259"/>
                  <a:pt x="0" y="118746"/>
                  <a:pt x="0" y="121329"/>
                </a:cubicBezTo>
                <a:cubicBezTo>
                  <a:pt x="0" y="127579"/>
                  <a:pt x="5070" y="132648"/>
                  <a:pt x="11320" y="132648"/>
                </a:cubicBezTo>
                <a:lnTo>
                  <a:pt x="131501" y="132648"/>
                </a:lnTo>
                <a:cubicBezTo>
                  <a:pt x="137750" y="132648"/>
                  <a:pt x="142820" y="127579"/>
                  <a:pt x="142820" y="121329"/>
                </a:cubicBezTo>
                <a:cubicBezTo>
                  <a:pt x="142820" y="118746"/>
                  <a:pt x="141959" y="116259"/>
                  <a:pt x="140333" y="114250"/>
                </a:cubicBezTo>
                <a:lnTo>
                  <a:pt x="137208" y="110360"/>
                </a:lnTo>
                <a:cubicBezTo>
                  <a:pt x="127674" y="98370"/>
                  <a:pt x="122445" y="83479"/>
                  <a:pt x="122445" y="68142"/>
                </a:cubicBezTo>
                <a:lnTo>
                  <a:pt x="122445" y="61222"/>
                </a:lnTo>
                <a:cubicBezTo>
                  <a:pt x="122445" y="36542"/>
                  <a:pt x="104907" y="15943"/>
                  <a:pt x="81630" y="11224"/>
                </a:cubicBezTo>
                <a:lnTo>
                  <a:pt x="81630" y="10204"/>
                </a:lnTo>
                <a:cubicBezTo>
                  <a:pt x="81630" y="4560"/>
                  <a:pt x="77070" y="0"/>
                  <a:pt x="71426" y="0"/>
                </a:cubicBezTo>
                <a:close/>
                <a:moveTo>
                  <a:pt x="51656" y="147954"/>
                </a:moveTo>
                <a:cubicBezTo>
                  <a:pt x="53920" y="156755"/>
                  <a:pt x="61924" y="163260"/>
                  <a:pt x="71426" y="163260"/>
                </a:cubicBezTo>
                <a:cubicBezTo>
                  <a:pt x="80928" y="163260"/>
                  <a:pt x="88932" y="156755"/>
                  <a:pt x="91196" y="147954"/>
                </a:cubicBezTo>
                <a:lnTo>
                  <a:pt x="51656" y="147954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30278" y="4277840"/>
            <a:ext cx="1387707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85" dirty="0">
                <a:solidFill>
                  <a:srgbClr val="2C3E5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标红提醒</a:t>
            </a:r>
            <a:endParaRPr lang="zh-CN" altLang="en-US" sz="1285" dirty="0">
              <a:solidFill>
                <a:srgbClr val="2C3E50">
                  <a:alpha val="6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3007" y="4837587"/>
            <a:ext cx="7031828" cy="1679242"/>
          </a:xfrm>
          <a:custGeom>
            <a:avLst/>
            <a:gdLst/>
            <a:ahLst/>
            <a:cxnLst/>
            <a:rect l="l" t="t" r="r" b="b"/>
            <a:pathLst>
              <a:path w="7031828" h="1679242">
                <a:moveTo>
                  <a:pt x="46646" y="0"/>
                </a:moveTo>
                <a:lnTo>
                  <a:pt x="6891897" y="0"/>
                </a:lnTo>
                <a:cubicBezTo>
                  <a:pt x="6969178" y="0"/>
                  <a:pt x="7031828" y="62649"/>
                  <a:pt x="7031828" y="139931"/>
                </a:cubicBezTo>
                <a:lnTo>
                  <a:pt x="7031828" y="1539311"/>
                </a:lnTo>
                <a:cubicBezTo>
                  <a:pt x="7031828" y="1616593"/>
                  <a:pt x="6969178" y="1679242"/>
                  <a:pt x="6891897" y="1679242"/>
                </a:cubicBez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EF2F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23007" y="4837587"/>
            <a:ext cx="46646" cy="1679242"/>
          </a:xfrm>
          <a:custGeom>
            <a:avLst/>
            <a:gdLst/>
            <a:ahLst/>
            <a:cxnLst/>
            <a:rect l="l" t="t" r="r" b="b"/>
            <a:pathLst>
              <a:path w="46646" h="1679242">
                <a:moveTo>
                  <a:pt x="46646" y="0"/>
                </a:moveTo>
                <a:lnTo>
                  <a:pt x="46646" y="0"/>
                </a:lnTo>
                <a:lnTo>
                  <a:pt x="46646" y="1679242"/>
                </a:ln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B2C3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539306" y="5024170"/>
            <a:ext cx="1037865" cy="3265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已过期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39306" y="5350689"/>
            <a:ext cx="1026204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超过保质期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912" y="5723854"/>
            <a:ext cx="6728631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需要立即清理或处理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6439" y="6132003"/>
            <a:ext cx="142852" cy="163260"/>
          </a:xfrm>
          <a:custGeom>
            <a:avLst/>
            <a:gdLst/>
            <a:ahLst/>
            <a:cxnLst/>
            <a:rect l="l" t="t" r="r" b="b"/>
            <a:pathLst>
              <a:path w="142852" h="163260">
                <a:moveTo>
                  <a:pt x="43589" y="1881"/>
                </a:moveTo>
                <a:cubicBezTo>
                  <a:pt x="44992" y="-2296"/>
                  <a:pt x="48882" y="-5102"/>
                  <a:pt x="53283" y="-5102"/>
                </a:cubicBezTo>
                <a:lnTo>
                  <a:pt x="89602" y="-5102"/>
                </a:lnTo>
                <a:cubicBezTo>
                  <a:pt x="94002" y="-5102"/>
                  <a:pt x="97892" y="-2296"/>
                  <a:pt x="99295" y="1881"/>
                </a:cubicBezTo>
                <a:lnTo>
                  <a:pt x="102037" y="10204"/>
                </a:lnTo>
                <a:lnTo>
                  <a:pt x="132648" y="10204"/>
                </a:lnTo>
                <a:cubicBezTo>
                  <a:pt x="138292" y="10204"/>
                  <a:pt x="142852" y="14764"/>
                  <a:pt x="142852" y="20407"/>
                </a:cubicBezTo>
                <a:cubicBezTo>
                  <a:pt x="142852" y="26051"/>
                  <a:pt x="138292" y="30611"/>
                  <a:pt x="132648" y="30611"/>
                </a:cubicBezTo>
                <a:lnTo>
                  <a:pt x="10204" y="30611"/>
                </a:lnTo>
                <a:cubicBezTo>
                  <a:pt x="4560" y="30611"/>
                  <a:pt x="0" y="26051"/>
                  <a:pt x="0" y="20407"/>
                </a:cubicBezTo>
                <a:cubicBezTo>
                  <a:pt x="0" y="14764"/>
                  <a:pt x="4560" y="10204"/>
                  <a:pt x="10204" y="10204"/>
                </a:cubicBezTo>
                <a:lnTo>
                  <a:pt x="40815" y="10204"/>
                </a:lnTo>
                <a:lnTo>
                  <a:pt x="43589" y="1881"/>
                </a:lnTo>
                <a:close/>
                <a:moveTo>
                  <a:pt x="10204" y="45917"/>
                </a:moveTo>
                <a:lnTo>
                  <a:pt x="132648" y="45917"/>
                </a:lnTo>
                <a:lnTo>
                  <a:pt x="132648" y="142852"/>
                </a:lnTo>
                <a:cubicBezTo>
                  <a:pt x="132648" y="154108"/>
                  <a:pt x="123497" y="163260"/>
                  <a:pt x="112241" y="163260"/>
                </a:cubicBezTo>
                <a:lnTo>
                  <a:pt x="30611" y="163260"/>
                </a:lnTo>
                <a:cubicBezTo>
                  <a:pt x="19355" y="163260"/>
                  <a:pt x="10204" y="154108"/>
                  <a:pt x="10204" y="142852"/>
                </a:cubicBezTo>
                <a:lnTo>
                  <a:pt x="10204" y="45917"/>
                </a:lnTo>
                <a:close/>
                <a:moveTo>
                  <a:pt x="38264" y="66324"/>
                </a:moveTo>
                <a:cubicBezTo>
                  <a:pt x="34023" y="66324"/>
                  <a:pt x="30611" y="69736"/>
                  <a:pt x="30611" y="73977"/>
                </a:cubicBezTo>
                <a:lnTo>
                  <a:pt x="30611" y="135199"/>
                </a:lnTo>
                <a:cubicBezTo>
                  <a:pt x="30611" y="139440"/>
                  <a:pt x="34023" y="142852"/>
                  <a:pt x="38264" y="142852"/>
                </a:cubicBezTo>
                <a:cubicBezTo>
                  <a:pt x="42505" y="142852"/>
                  <a:pt x="45917" y="139440"/>
                  <a:pt x="45917" y="135199"/>
                </a:cubicBezTo>
                <a:lnTo>
                  <a:pt x="45917" y="73977"/>
                </a:lnTo>
                <a:cubicBezTo>
                  <a:pt x="45917" y="69736"/>
                  <a:pt x="42505" y="66324"/>
                  <a:pt x="38264" y="66324"/>
                </a:cubicBezTo>
                <a:close/>
                <a:moveTo>
                  <a:pt x="71426" y="66324"/>
                </a:moveTo>
                <a:cubicBezTo>
                  <a:pt x="67185" y="66324"/>
                  <a:pt x="63773" y="69736"/>
                  <a:pt x="63773" y="73977"/>
                </a:cubicBezTo>
                <a:lnTo>
                  <a:pt x="63773" y="135199"/>
                </a:lnTo>
                <a:cubicBezTo>
                  <a:pt x="63773" y="139440"/>
                  <a:pt x="67185" y="142852"/>
                  <a:pt x="71426" y="142852"/>
                </a:cubicBezTo>
                <a:cubicBezTo>
                  <a:pt x="75667" y="142852"/>
                  <a:pt x="79079" y="139440"/>
                  <a:pt x="79079" y="135199"/>
                </a:cubicBezTo>
                <a:lnTo>
                  <a:pt x="79079" y="73977"/>
                </a:lnTo>
                <a:cubicBezTo>
                  <a:pt x="79079" y="69736"/>
                  <a:pt x="75667" y="66324"/>
                  <a:pt x="71426" y="66324"/>
                </a:cubicBezTo>
                <a:close/>
                <a:moveTo>
                  <a:pt x="104588" y="66324"/>
                </a:moveTo>
                <a:cubicBezTo>
                  <a:pt x="100347" y="66324"/>
                  <a:pt x="96935" y="69736"/>
                  <a:pt x="96935" y="73977"/>
                </a:cubicBezTo>
                <a:lnTo>
                  <a:pt x="96935" y="135199"/>
                </a:lnTo>
                <a:cubicBezTo>
                  <a:pt x="96935" y="139440"/>
                  <a:pt x="100347" y="142852"/>
                  <a:pt x="104588" y="142852"/>
                </a:cubicBezTo>
                <a:cubicBezTo>
                  <a:pt x="108829" y="142852"/>
                  <a:pt x="112241" y="139440"/>
                  <a:pt x="112241" y="135199"/>
                </a:cubicBezTo>
                <a:lnTo>
                  <a:pt x="112241" y="73977"/>
                </a:lnTo>
                <a:cubicBezTo>
                  <a:pt x="112241" y="69736"/>
                  <a:pt x="108829" y="66324"/>
                  <a:pt x="104588" y="66324"/>
                </a:cubicBezTo>
                <a:close/>
              </a:path>
            </a:pathLst>
          </a:custGeom>
          <a:solidFill>
            <a:srgbClr val="FB2C3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30278" y="6097019"/>
            <a:ext cx="1061188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2C3E5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建议安全丢弃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3007" y="6656767"/>
            <a:ext cx="7031828" cy="1679242"/>
          </a:xfrm>
          <a:custGeom>
            <a:avLst/>
            <a:gdLst/>
            <a:ahLst/>
            <a:cxnLst/>
            <a:rect l="l" t="t" r="r" b="b"/>
            <a:pathLst>
              <a:path w="7031828" h="1679242">
                <a:moveTo>
                  <a:pt x="46646" y="0"/>
                </a:moveTo>
                <a:lnTo>
                  <a:pt x="6891897" y="0"/>
                </a:lnTo>
                <a:cubicBezTo>
                  <a:pt x="6969178" y="0"/>
                  <a:pt x="7031828" y="62649"/>
                  <a:pt x="7031828" y="139931"/>
                </a:cubicBezTo>
                <a:lnTo>
                  <a:pt x="7031828" y="1539311"/>
                </a:lnTo>
                <a:cubicBezTo>
                  <a:pt x="7031828" y="1616593"/>
                  <a:pt x="6969178" y="1679242"/>
                  <a:pt x="6891897" y="1679242"/>
                </a:cubicBez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23007" y="6656767"/>
            <a:ext cx="46646" cy="1679242"/>
          </a:xfrm>
          <a:custGeom>
            <a:avLst/>
            <a:gdLst/>
            <a:ahLst/>
            <a:cxnLst/>
            <a:rect l="l" t="t" r="r" b="b"/>
            <a:pathLst>
              <a:path w="46646" h="1679242">
                <a:moveTo>
                  <a:pt x="46646" y="0"/>
                </a:moveTo>
                <a:lnTo>
                  <a:pt x="46646" y="0"/>
                </a:lnTo>
                <a:lnTo>
                  <a:pt x="46646" y="1679242"/>
                </a:lnTo>
                <a:lnTo>
                  <a:pt x="46646" y="1679242"/>
                </a:lnTo>
                <a:cubicBezTo>
                  <a:pt x="20884" y="1679242"/>
                  <a:pt x="0" y="1658359"/>
                  <a:pt x="0" y="163259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99A1A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539306" y="6843349"/>
            <a:ext cx="1037865" cy="3265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未过期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39306" y="7169869"/>
            <a:ext cx="1026204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安全食用期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912" y="7543034"/>
            <a:ext cx="6728631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可以放心食用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6235" y="7951183"/>
            <a:ext cx="163260" cy="163260"/>
          </a:xfrm>
          <a:custGeom>
            <a:avLst/>
            <a:gdLst/>
            <a:ahLst/>
            <a:cxnLst/>
            <a:rect l="l" t="t" r="r" b="b"/>
            <a:pathLst>
              <a:path w="163260" h="163260">
                <a:moveTo>
                  <a:pt x="81630" y="0"/>
                </a:moveTo>
                <a:cubicBezTo>
                  <a:pt x="126683" y="0"/>
                  <a:pt x="163260" y="36577"/>
                  <a:pt x="163260" y="81630"/>
                </a:cubicBezTo>
                <a:cubicBezTo>
                  <a:pt x="163260" y="126683"/>
                  <a:pt x="126683" y="163260"/>
                  <a:pt x="81630" y="163260"/>
                </a:cubicBezTo>
                <a:cubicBezTo>
                  <a:pt x="36577" y="163260"/>
                  <a:pt x="0" y="126683"/>
                  <a:pt x="0" y="81630"/>
                </a:cubicBezTo>
                <a:cubicBezTo>
                  <a:pt x="0" y="36577"/>
                  <a:pt x="36577" y="0"/>
                  <a:pt x="81630" y="0"/>
                </a:cubicBezTo>
                <a:close/>
                <a:moveTo>
                  <a:pt x="73977" y="38264"/>
                </a:moveTo>
                <a:lnTo>
                  <a:pt x="73977" y="81630"/>
                </a:lnTo>
                <a:cubicBezTo>
                  <a:pt x="73977" y="84181"/>
                  <a:pt x="75253" y="86572"/>
                  <a:pt x="77389" y="88007"/>
                </a:cubicBezTo>
                <a:lnTo>
                  <a:pt x="108000" y="108415"/>
                </a:lnTo>
                <a:cubicBezTo>
                  <a:pt x="111508" y="110774"/>
                  <a:pt x="116259" y="109818"/>
                  <a:pt x="118618" y="106278"/>
                </a:cubicBezTo>
                <a:cubicBezTo>
                  <a:pt x="120978" y="102739"/>
                  <a:pt x="120021" y="98020"/>
                  <a:pt x="116482" y="95660"/>
                </a:cubicBezTo>
                <a:lnTo>
                  <a:pt x="89283" y="77548"/>
                </a:lnTo>
                <a:lnTo>
                  <a:pt x="89283" y="38264"/>
                </a:lnTo>
                <a:cubicBezTo>
                  <a:pt x="89283" y="34023"/>
                  <a:pt x="85871" y="30611"/>
                  <a:pt x="81630" y="30611"/>
                </a:cubicBezTo>
                <a:cubicBezTo>
                  <a:pt x="77389" y="30611"/>
                  <a:pt x="73977" y="34023"/>
                  <a:pt x="73977" y="38264"/>
                </a:cubicBezTo>
                <a:close/>
              </a:path>
            </a:pathLst>
          </a:custGeom>
          <a:solidFill>
            <a:srgbClr val="99A1A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30278" y="7916199"/>
            <a:ext cx="1387707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2C3E5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按保质期顺序排列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6625" y="1772534"/>
            <a:ext cx="7521607" cy="6973521"/>
          </a:xfrm>
          <a:custGeom>
            <a:avLst/>
            <a:gdLst/>
            <a:ahLst/>
            <a:cxnLst/>
            <a:rect l="l" t="t" r="r" b="b"/>
            <a:pathLst>
              <a:path w="7521607" h="6973521">
                <a:moveTo>
                  <a:pt x="186611" y="0"/>
                </a:moveTo>
                <a:lnTo>
                  <a:pt x="7334995" y="0"/>
                </a:lnTo>
                <a:cubicBezTo>
                  <a:pt x="7438058" y="0"/>
                  <a:pt x="7521607" y="83549"/>
                  <a:pt x="7521607" y="186611"/>
                </a:cubicBezTo>
                <a:lnTo>
                  <a:pt x="7521607" y="6786909"/>
                </a:lnTo>
                <a:cubicBezTo>
                  <a:pt x="7521607" y="6889972"/>
                  <a:pt x="7438058" y="6973521"/>
                  <a:pt x="7334995" y="6973521"/>
                </a:cubicBezTo>
                <a:lnTo>
                  <a:pt x="186611" y="6973521"/>
                </a:lnTo>
                <a:cubicBezTo>
                  <a:pt x="83549" y="6973521"/>
                  <a:pt x="0" y="6889972"/>
                  <a:pt x="0" y="6786909"/>
                </a:cubicBezTo>
                <a:lnTo>
                  <a:pt x="0" y="186611"/>
                </a:lnTo>
                <a:cubicBezTo>
                  <a:pt x="0" y="83549"/>
                  <a:pt x="83549" y="0"/>
                  <a:pt x="18661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4921" dist="1166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99853" y="2005762"/>
            <a:ext cx="653039" cy="653039"/>
          </a:xfrm>
          <a:custGeom>
            <a:avLst/>
            <a:gdLst/>
            <a:ahLst/>
            <a:cxnLst/>
            <a:rect l="l" t="t" r="r" b="b"/>
            <a:pathLst>
              <a:path w="653039" h="653039">
                <a:moveTo>
                  <a:pt x="139940" y="0"/>
                </a:moveTo>
                <a:lnTo>
                  <a:pt x="513099" y="0"/>
                </a:lnTo>
                <a:cubicBezTo>
                  <a:pt x="590386" y="0"/>
                  <a:pt x="653039" y="62653"/>
                  <a:pt x="653039" y="139940"/>
                </a:cubicBezTo>
                <a:lnTo>
                  <a:pt x="653039" y="513099"/>
                </a:lnTo>
                <a:cubicBezTo>
                  <a:pt x="653039" y="590386"/>
                  <a:pt x="590386" y="653039"/>
                  <a:pt x="513099" y="653039"/>
                </a:cubicBezTo>
                <a:lnTo>
                  <a:pt x="139940" y="653039"/>
                </a:lnTo>
                <a:cubicBezTo>
                  <a:pt x="62653" y="653039"/>
                  <a:pt x="0" y="590386"/>
                  <a:pt x="0" y="513099"/>
                </a:cubicBezTo>
                <a:lnTo>
                  <a:pt x="0" y="139940"/>
                </a:lnTo>
                <a:cubicBezTo>
                  <a:pt x="0" y="62653"/>
                  <a:pt x="62653" y="0"/>
                  <a:pt x="13994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86436" y="2192344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7492" y="34984"/>
                </a:moveTo>
                <a:cubicBezTo>
                  <a:pt x="10441" y="34984"/>
                  <a:pt x="4045" y="39248"/>
                  <a:pt x="1312" y="45807"/>
                </a:cubicBezTo>
                <a:cubicBezTo>
                  <a:pt x="-1421" y="52367"/>
                  <a:pt x="109" y="59856"/>
                  <a:pt x="5138" y="64830"/>
                </a:cubicBezTo>
                <a:lnTo>
                  <a:pt x="104953" y="164699"/>
                </a:lnTo>
                <a:lnTo>
                  <a:pt x="104953" y="227397"/>
                </a:lnTo>
                <a:cubicBezTo>
                  <a:pt x="104953" y="232044"/>
                  <a:pt x="106811" y="236471"/>
                  <a:pt x="110091" y="239751"/>
                </a:cubicBezTo>
                <a:lnTo>
                  <a:pt x="145075" y="274735"/>
                </a:lnTo>
                <a:cubicBezTo>
                  <a:pt x="150104" y="279764"/>
                  <a:pt x="157593" y="281240"/>
                  <a:pt x="164153" y="278507"/>
                </a:cubicBezTo>
                <a:cubicBezTo>
                  <a:pt x="170712" y="275774"/>
                  <a:pt x="174921" y="269433"/>
                  <a:pt x="174921" y="262382"/>
                </a:cubicBezTo>
                <a:lnTo>
                  <a:pt x="174921" y="164699"/>
                </a:lnTo>
                <a:lnTo>
                  <a:pt x="274735" y="64885"/>
                </a:lnTo>
                <a:cubicBezTo>
                  <a:pt x="279764" y="59856"/>
                  <a:pt x="281240" y="52367"/>
                  <a:pt x="278507" y="45807"/>
                </a:cubicBezTo>
                <a:cubicBezTo>
                  <a:pt x="275774" y="39248"/>
                  <a:pt x="269433" y="34984"/>
                  <a:pt x="262382" y="34984"/>
                </a:cubicBezTo>
                <a:lnTo>
                  <a:pt x="17492" y="34984"/>
                </a:lnTo>
                <a:close/>
              </a:path>
            </a:pathLst>
          </a:custGeom>
          <a:solidFill>
            <a:srgbClr val="21252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292829" y="2145699"/>
            <a:ext cx="1259432" cy="373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快速筛选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99853" y="2845383"/>
            <a:ext cx="7055151" cy="5667443"/>
          </a:xfrm>
          <a:custGeom>
            <a:avLst/>
            <a:gdLst/>
            <a:ahLst/>
            <a:cxnLst/>
            <a:rect l="l" t="t" r="r" b="b"/>
            <a:pathLst>
              <a:path w="7055151" h="5667443">
                <a:moveTo>
                  <a:pt x="139929" y="0"/>
                </a:moveTo>
                <a:lnTo>
                  <a:pt x="6915221" y="0"/>
                </a:lnTo>
                <a:cubicBezTo>
                  <a:pt x="6992502" y="0"/>
                  <a:pt x="7055151" y="62648"/>
                  <a:pt x="7055151" y="139929"/>
                </a:cubicBezTo>
                <a:lnTo>
                  <a:pt x="7055151" y="5527514"/>
                </a:lnTo>
                <a:cubicBezTo>
                  <a:pt x="7055151" y="5604795"/>
                  <a:pt x="6992502" y="5667443"/>
                  <a:pt x="6915221" y="5667443"/>
                </a:cubicBezTo>
                <a:lnTo>
                  <a:pt x="139929" y="5667443"/>
                </a:lnTo>
                <a:cubicBezTo>
                  <a:pt x="62648" y="5667443"/>
                  <a:pt x="0" y="5604795"/>
                  <a:pt x="0" y="5527514"/>
                </a:cubicBezTo>
                <a:lnTo>
                  <a:pt x="0" y="139929"/>
                </a:lnTo>
                <a:cubicBezTo>
                  <a:pt x="0" y="62700"/>
                  <a:pt x="62700" y="0"/>
                  <a:pt x="139929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86436" y="3662120"/>
            <a:ext cx="6681986" cy="2472218"/>
          </a:xfrm>
          <a:custGeom>
            <a:avLst/>
            <a:gdLst/>
            <a:ahLst/>
            <a:cxnLst/>
            <a:rect l="l" t="t" r="r" b="b"/>
            <a:pathLst>
              <a:path w="6681986" h="2472218">
                <a:moveTo>
                  <a:pt x="139928" y="0"/>
                </a:moveTo>
                <a:lnTo>
                  <a:pt x="6542058" y="0"/>
                </a:lnTo>
                <a:cubicBezTo>
                  <a:pt x="6619338" y="0"/>
                  <a:pt x="6681986" y="62648"/>
                  <a:pt x="6681986" y="139928"/>
                </a:cubicBezTo>
                <a:lnTo>
                  <a:pt x="6681986" y="2332291"/>
                </a:lnTo>
                <a:cubicBezTo>
                  <a:pt x="6681986" y="2409570"/>
                  <a:pt x="6619338" y="2472218"/>
                  <a:pt x="6542058" y="2472218"/>
                </a:cubicBezTo>
                <a:lnTo>
                  <a:pt x="139928" y="2472218"/>
                </a:lnTo>
                <a:cubicBezTo>
                  <a:pt x="62648" y="2472218"/>
                  <a:pt x="0" y="2409570"/>
                  <a:pt x="0" y="2332291"/>
                </a:cubicBezTo>
                <a:lnTo>
                  <a:pt x="0" y="139928"/>
                </a:lnTo>
                <a:cubicBezTo>
                  <a:pt x="0" y="62648"/>
                  <a:pt x="62648" y="0"/>
                  <a:pt x="13992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4984" dist="116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873018" y="3848702"/>
            <a:ext cx="6402112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筛选流程演示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873018" y="4268513"/>
            <a:ext cx="6308821" cy="513102"/>
          </a:xfrm>
          <a:custGeom>
            <a:avLst/>
            <a:gdLst/>
            <a:ahLst/>
            <a:cxnLst/>
            <a:rect l="l" t="t" r="r" b="b"/>
            <a:pathLst>
              <a:path w="6308821" h="513102">
                <a:moveTo>
                  <a:pt x="93292" y="0"/>
                </a:moveTo>
                <a:lnTo>
                  <a:pt x="6215528" y="0"/>
                </a:lnTo>
                <a:cubicBezTo>
                  <a:pt x="6267052" y="0"/>
                  <a:pt x="6308821" y="41768"/>
                  <a:pt x="6308821" y="93292"/>
                </a:cubicBezTo>
                <a:lnTo>
                  <a:pt x="6308821" y="419810"/>
                </a:lnTo>
                <a:cubicBezTo>
                  <a:pt x="6308821" y="471334"/>
                  <a:pt x="6267052" y="513102"/>
                  <a:pt x="6215528" y="513102"/>
                </a:cubicBezTo>
                <a:lnTo>
                  <a:pt x="93292" y="513102"/>
                </a:lnTo>
                <a:cubicBezTo>
                  <a:pt x="41803" y="513102"/>
                  <a:pt x="0" y="471299"/>
                  <a:pt x="0" y="419810"/>
                </a:cubicBezTo>
                <a:lnTo>
                  <a:pt x="0" y="93292"/>
                </a:lnTo>
                <a:cubicBezTo>
                  <a:pt x="0" y="41803"/>
                  <a:pt x="41803" y="0"/>
                  <a:pt x="93292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966309" y="4408450"/>
            <a:ext cx="827960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① 点击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852576" y="4361804"/>
            <a:ext cx="606393" cy="326519"/>
          </a:xfrm>
          <a:custGeom>
            <a:avLst/>
            <a:gdLst/>
            <a:ahLst/>
            <a:cxnLst/>
            <a:rect l="l" t="t" r="r" b="b"/>
            <a:pathLst>
              <a:path w="606393" h="326519">
                <a:moveTo>
                  <a:pt x="163260" y="0"/>
                </a:moveTo>
                <a:lnTo>
                  <a:pt x="443133" y="0"/>
                </a:lnTo>
                <a:cubicBezTo>
                  <a:pt x="533299" y="0"/>
                  <a:pt x="606393" y="73094"/>
                  <a:pt x="606393" y="163260"/>
                </a:cubicBezTo>
                <a:lnTo>
                  <a:pt x="606393" y="163260"/>
                </a:lnTo>
                <a:cubicBezTo>
                  <a:pt x="606393" y="253426"/>
                  <a:pt x="533299" y="326519"/>
                  <a:pt x="443133" y="326519"/>
                </a:cubicBezTo>
                <a:lnTo>
                  <a:pt x="163260" y="326519"/>
                </a:lnTo>
                <a:cubicBezTo>
                  <a:pt x="73154" y="326519"/>
                  <a:pt x="0" y="253365"/>
                  <a:pt x="0" y="163260"/>
                </a:cubicBezTo>
                <a:lnTo>
                  <a:pt x="0" y="163260"/>
                </a:lnTo>
                <a:cubicBezTo>
                  <a:pt x="0" y="73154"/>
                  <a:pt x="73154" y="0"/>
                  <a:pt x="16326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852576" y="4361804"/>
            <a:ext cx="688023" cy="326519"/>
          </a:xfrm>
          <a:prstGeom prst="rect">
            <a:avLst/>
          </a:prstGeom>
          <a:noFill/>
        </p:spPr>
        <p:txBody>
          <a:bodyPr wrap="square" lIns="139937" tIns="46646" rIns="139937" bIns="46646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临期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873018" y="4898229"/>
            <a:ext cx="6308821" cy="419811"/>
          </a:xfrm>
          <a:custGeom>
            <a:avLst/>
            <a:gdLst/>
            <a:ahLst/>
            <a:cxnLst/>
            <a:rect l="l" t="t" r="r" b="b"/>
            <a:pathLst>
              <a:path w="6308821" h="419811">
                <a:moveTo>
                  <a:pt x="93290" y="0"/>
                </a:moveTo>
                <a:lnTo>
                  <a:pt x="6215530" y="0"/>
                </a:lnTo>
                <a:cubicBezTo>
                  <a:pt x="6267053" y="0"/>
                  <a:pt x="6308821" y="41767"/>
                  <a:pt x="6308821" y="93290"/>
                </a:cubicBezTo>
                <a:lnTo>
                  <a:pt x="6308821" y="326520"/>
                </a:lnTo>
                <a:cubicBezTo>
                  <a:pt x="6308821" y="378043"/>
                  <a:pt x="6267053" y="419811"/>
                  <a:pt x="6215530" y="419811"/>
                </a:cubicBezTo>
                <a:lnTo>
                  <a:pt x="93290" y="419811"/>
                </a:lnTo>
                <a:cubicBezTo>
                  <a:pt x="41767" y="419811"/>
                  <a:pt x="0" y="378043"/>
                  <a:pt x="0" y="326520"/>
                </a:cubicBezTo>
                <a:lnTo>
                  <a:pt x="0" y="93290"/>
                </a:lnTo>
                <a:cubicBezTo>
                  <a:pt x="0" y="41767"/>
                  <a:pt x="41767" y="0"/>
                  <a:pt x="93290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66309" y="4991520"/>
            <a:ext cx="827960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② 显示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852576" y="4991520"/>
            <a:ext cx="991220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3条临期食品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873018" y="5434654"/>
            <a:ext cx="6308821" cy="513102"/>
          </a:xfrm>
          <a:custGeom>
            <a:avLst/>
            <a:gdLst/>
            <a:ahLst/>
            <a:cxnLst/>
            <a:rect l="l" t="t" r="r" b="b"/>
            <a:pathLst>
              <a:path w="6308821" h="513102">
                <a:moveTo>
                  <a:pt x="93292" y="0"/>
                </a:moveTo>
                <a:lnTo>
                  <a:pt x="6215528" y="0"/>
                </a:lnTo>
                <a:cubicBezTo>
                  <a:pt x="6267052" y="0"/>
                  <a:pt x="6308821" y="41768"/>
                  <a:pt x="6308821" y="93292"/>
                </a:cubicBezTo>
                <a:lnTo>
                  <a:pt x="6308821" y="419810"/>
                </a:lnTo>
                <a:cubicBezTo>
                  <a:pt x="6308821" y="471334"/>
                  <a:pt x="6267052" y="513102"/>
                  <a:pt x="6215528" y="513102"/>
                </a:cubicBezTo>
                <a:lnTo>
                  <a:pt x="93292" y="513102"/>
                </a:lnTo>
                <a:cubicBezTo>
                  <a:pt x="41803" y="513102"/>
                  <a:pt x="0" y="471299"/>
                  <a:pt x="0" y="419810"/>
                </a:cubicBezTo>
                <a:lnTo>
                  <a:pt x="0" y="93292"/>
                </a:lnTo>
                <a:cubicBezTo>
                  <a:pt x="0" y="41803"/>
                  <a:pt x="41803" y="0"/>
                  <a:pt x="93292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966309" y="5574591"/>
            <a:ext cx="827960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③ 导出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852576" y="5527945"/>
            <a:ext cx="932912" cy="326519"/>
          </a:xfrm>
          <a:custGeom>
            <a:avLst/>
            <a:gdLst/>
            <a:ahLst/>
            <a:cxnLst/>
            <a:rect l="l" t="t" r="r" b="b"/>
            <a:pathLst>
              <a:path w="932912" h="326519">
                <a:moveTo>
                  <a:pt x="163260" y="0"/>
                </a:moveTo>
                <a:lnTo>
                  <a:pt x="769653" y="0"/>
                </a:lnTo>
                <a:cubicBezTo>
                  <a:pt x="859819" y="0"/>
                  <a:pt x="932912" y="73094"/>
                  <a:pt x="932912" y="163260"/>
                </a:cubicBezTo>
                <a:lnTo>
                  <a:pt x="932912" y="163260"/>
                </a:lnTo>
                <a:cubicBezTo>
                  <a:pt x="932912" y="253426"/>
                  <a:pt x="859819" y="326519"/>
                  <a:pt x="769653" y="326519"/>
                </a:cubicBezTo>
                <a:lnTo>
                  <a:pt x="163260" y="326519"/>
                </a:lnTo>
                <a:cubicBezTo>
                  <a:pt x="73154" y="326519"/>
                  <a:pt x="0" y="253365"/>
                  <a:pt x="0" y="163260"/>
                </a:cubicBezTo>
                <a:lnTo>
                  <a:pt x="0" y="163260"/>
                </a:lnTo>
                <a:cubicBezTo>
                  <a:pt x="0" y="73154"/>
                  <a:pt x="73154" y="0"/>
                  <a:pt x="16326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852576" y="5527945"/>
            <a:ext cx="1014542" cy="326519"/>
          </a:xfrm>
          <a:prstGeom prst="rect">
            <a:avLst/>
          </a:prstGeom>
          <a:noFill/>
        </p:spPr>
        <p:txBody>
          <a:bodyPr wrap="square" lIns="139937" tIns="46646" rIns="139937" bIns="46646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一键导出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91100" y="6278939"/>
            <a:ext cx="6667992" cy="1408698"/>
          </a:xfrm>
          <a:custGeom>
            <a:avLst/>
            <a:gdLst/>
            <a:ahLst/>
            <a:cxnLst/>
            <a:rect l="l" t="t" r="r" b="b"/>
            <a:pathLst>
              <a:path w="6667992" h="1408698">
                <a:moveTo>
                  <a:pt x="139940" y="0"/>
                </a:moveTo>
                <a:lnTo>
                  <a:pt x="6528052" y="0"/>
                </a:lnTo>
                <a:cubicBezTo>
                  <a:pt x="6605339" y="0"/>
                  <a:pt x="6667992" y="62653"/>
                  <a:pt x="6667992" y="139940"/>
                </a:cubicBezTo>
                <a:lnTo>
                  <a:pt x="6667992" y="1268758"/>
                </a:lnTo>
                <a:cubicBezTo>
                  <a:pt x="6667992" y="1346045"/>
                  <a:pt x="6605339" y="1408698"/>
                  <a:pt x="6528052" y="1408698"/>
                </a:cubicBezTo>
                <a:lnTo>
                  <a:pt x="139940" y="1408698"/>
                </a:lnTo>
                <a:cubicBezTo>
                  <a:pt x="62705" y="1408698"/>
                  <a:pt x="0" y="1345993"/>
                  <a:pt x="0" y="1268758"/>
                </a:cubicBezTo>
                <a:lnTo>
                  <a:pt x="0" y="139940"/>
                </a:lnTo>
                <a:cubicBezTo>
                  <a:pt x="0" y="62653"/>
                  <a:pt x="62653" y="0"/>
                  <a:pt x="139940" y="0"/>
                </a:cubicBezTo>
                <a:close/>
              </a:path>
            </a:pathLst>
          </a:custGeom>
          <a:solidFill>
            <a:srgbClr val="07C160">
              <a:alpha val="5098"/>
            </a:srgbClr>
          </a:solidFill>
          <a:ln w="10160">
            <a:solidFill>
              <a:srgbClr val="07C1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848821" y="6458523"/>
            <a:ext cx="183667" cy="163260"/>
          </a:xfrm>
          <a:custGeom>
            <a:avLst/>
            <a:gdLst/>
            <a:ahLst/>
            <a:cxnLst/>
            <a:rect l="l" t="t" r="r" b="b"/>
            <a:pathLst>
              <a:path w="183667" h="163260">
                <a:moveTo>
                  <a:pt x="30771" y="0"/>
                </a:moveTo>
                <a:cubicBezTo>
                  <a:pt x="19515" y="0"/>
                  <a:pt x="10363" y="9151"/>
                  <a:pt x="10363" y="20407"/>
                </a:cubicBezTo>
                <a:lnTo>
                  <a:pt x="10363" y="142852"/>
                </a:lnTo>
                <a:cubicBezTo>
                  <a:pt x="10363" y="154108"/>
                  <a:pt x="19515" y="163260"/>
                  <a:pt x="30771" y="163260"/>
                </a:cubicBezTo>
                <a:lnTo>
                  <a:pt x="112400" y="163260"/>
                </a:lnTo>
                <a:cubicBezTo>
                  <a:pt x="123656" y="163260"/>
                  <a:pt x="132808" y="154108"/>
                  <a:pt x="132808" y="142852"/>
                </a:cubicBezTo>
                <a:lnTo>
                  <a:pt x="132808" y="112241"/>
                </a:lnTo>
                <a:lnTo>
                  <a:pt x="157711" y="112241"/>
                </a:lnTo>
                <a:lnTo>
                  <a:pt x="147827" y="122126"/>
                </a:lnTo>
                <a:cubicBezTo>
                  <a:pt x="144829" y="125123"/>
                  <a:pt x="144829" y="129970"/>
                  <a:pt x="147827" y="132935"/>
                </a:cubicBezTo>
                <a:cubicBezTo>
                  <a:pt x="150824" y="135901"/>
                  <a:pt x="155671" y="135933"/>
                  <a:pt x="158636" y="132935"/>
                </a:cubicBezTo>
                <a:lnTo>
                  <a:pt x="181595" y="109977"/>
                </a:lnTo>
                <a:cubicBezTo>
                  <a:pt x="184592" y="106980"/>
                  <a:pt x="184592" y="102133"/>
                  <a:pt x="181595" y="99168"/>
                </a:cubicBezTo>
                <a:lnTo>
                  <a:pt x="158636" y="76209"/>
                </a:lnTo>
                <a:cubicBezTo>
                  <a:pt x="155639" y="73212"/>
                  <a:pt x="150792" y="73212"/>
                  <a:pt x="147827" y="76209"/>
                </a:cubicBezTo>
                <a:cubicBezTo>
                  <a:pt x="144861" y="79206"/>
                  <a:pt x="144829" y="84053"/>
                  <a:pt x="147827" y="87019"/>
                </a:cubicBezTo>
                <a:lnTo>
                  <a:pt x="157711" y="96904"/>
                </a:lnTo>
                <a:lnTo>
                  <a:pt x="132808" y="96904"/>
                </a:lnTo>
                <a:lnTo>
                  <a:pt x="132808" y="54335"/>
                </a:lnTo>
                <a:cubicBezTo>
                  <a:pt x="132808" y="48914"/>
                  <a:pt x="130672" y="43717"/>
                  <a:pt x="126845" y="39890"/>
                </a:cubicBezTo>
                <a:lnTo>
                  <a:pt x="92854" y="5963"/>
                </a:lnTo>
                <a:cubicBezTo>
                  <a:pt x="89028" y="2136"/>
                  <a:pt x="83862" y="0"/>
                  <a:pt x="78441" y="0"/>
                </a:cubicBezTo>
                <a:lnTo>
                  <a:pt x="30771" y="0"/>
                </a:lnTo>
                <a:close/>
                <a:moveTo>
                  <a:pt x="114154" y="56121"/>
                </a:moveTo>
                <a:lnTo>
                  <a:pt x="84340" y="56121"/>
                </a:lnTo>
                <a:cubicBezTo>
                  <a:pt x="80099" y="56121"/>
                  <a:pt x="76687" y="52709"/>
                  <a:pt x="76687" y="48468"/>
                </a:cubicBezTo>
                <a:lnTo>
                  <a:pt x="76687" y="18654"/>
                </a:lnTo>
                <a:lnTo>
                  <a:pt x="114154" y="56121"/>
                </a:lnTo>
                <a:close/>
                <a:moveTo>
                  <a:pt x="71586" y="104588"/>
                </a:moveTo>
                <a:cubicBezTo>
                  <a:pt x="71586" y="100347"/>
                  <a:pt x="74997" y="96935"/>
                  <a:pt x="79238" y="96935"/>
                </a:cubicBezTo>
                <a:lnTo>
                  <a:pt x="112400" y="96935"/>
                </a:lnTo>
                <a:lnTo>
                  <a:pt x="112400" y="112241"/>
                </a:lnTo>
                <a:lnTo>
                  <a:pt x="79238" y="112241"/>
                </a:lnTo>
                <a:cubicBezTo>
                  <a:pt x="74997" y="112241"/>
                  <a:pt x="71586" y="108829"/>
                  <a:pt x="71586" y="104588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045607" y="6423539"/>
            <a:ext cx="6250514" cy="233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导出功能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89779" y="8882347"/>
            <a:ext cx="15299765" cy="606393"/>
          </a:xfrm>
          <a:custGeom>
            <a:avLst/>
            <a:gdLst/>
            <a:ahLst/>
            <a:cxnLst/>
            <a:rect l="l" t="t" r="r" b="b"/>
            <a:pathLst>
              <a:path w="15299765" h="606393">
                <a:moveTo>
                  <a:pt x="46646" y="0"/>
                </a:moveTo>
                <a:lnTo>
                  <a:pt x="15159827" y="0"/>
                </a:lnTo>
                <a:cubicBezTo>
                  <a:pt x="15237113" y="0"/>
                  <a:pt x="15299765" y="62652"/>
                  <a:pt x="15299765" y="139937"/>
                </a:cubicBezTo>
                <a:lnTo>
                  <a:pt x="15299765" y="466456"/>
                </a:lnTo>
                <a:cubicBezTo>
                  <a:pt x="15299765" y="543741"/>
                  <a:pt x="15237113" y="606393"/>
                  <a:pt x="15159827" y="606393"/>
                </a:cubicBezTo>
                <a:lnTo>
                  <a:pt x="46646" y="606393"/>
                </a:lnTo>
                <a:cubicBezTo>
                  <a:pt x="20901" y="606393"/>
                  <a:pt x="0" y="585492"/>
                  <a:pt x="0" y="55974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955">
                  <a:alpha val="10000"/>
                </a:srgbClr>
              </a:gs>
              <a:gs pos="100000">
                <a:srgbClr val="FEF2F2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489779" y="8882347"/>
            <a:ext cx="46646" cy="606393"/>
          </a:xfrm>
          <a:custGeom>
            <a:avLst/>
            <a:gdLst/>
            <a:ahLst/>
            <a:cxnLst/>
            <a:rect l="l" t="t" r="r" b="b"/>
            <a:pathLst>
              <a:path w="46646" h="606393">
                <a:moveTo>
                  <a:pt x="46646" y="0"/>
                </a:moveTo>
                <a:lnTo>
                  <a:pt x="46646" y="0"/>
                </a:lnTo>
                <a:lnTo>
                  <a:pt x="46646" y="606393"/>
                </a:lnTo>
                <a:lnTo>
                  <a:pt x="46646" y="606393"/>
                </a:lnTo>
                <a:cubicBezTo>
                  <a:pt x="20901" y="606393"/>
                  <a:pt x="0" y="585492"/>
                  <a:pt x="0" y="559747"/>
                </a:cubicBezTo>
                <a:lnTo>
                  <a:pt x="0" y="46646"/>
                </a:lnTo>
                <a:cubicBezTo>
                  <a:pt x="0" y="20884"/>
                  <a:pt x="20884" y="0"/>
                  <a:pt x="46646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5611031" y="9068930"/>
            <a:ext cx="236143" cy="209905"/>
          </a:xfrm>
          <a:custGeom>
            <a:avLst/>
            <a:gdLst/>
            <a:ahLst/>
            <a:cxnLst/>
            <a:rect l="l" t="t" r="r" b="b"/>
            <a:pathLst>
              <a:path w="236143" h="209905">
                <a:moveTo>
                  <a:pt x="118072" y="13119"/>
                </a:moveTo>
                <a:cubicBezTo>
                  <a:pt x="84946" y="13119"/>
                  <a:pt x="58421" y="28206"/>
                  <a:pt x="39111" y="46163"/>
                </a:cubicBezTo>
                <a:cubicBezTo>
                  <a:pt x="19925" y="63997"/>
                  <a:pt x="7093" y="85274"/>
                  <a:pt x="984" y="99910"/>
                </a:cubicBezTo>
                <a:cubicBezTo>
                  <a:pt x="-369" y="103149"/>
                  <a:pt x="-369" y="106757"/>
                  <a:pt x="984" y="109995"/>
                </a:cubicBezTo>
                <a:cubicBezTo>
                  <a:pt x="7093" y="124631"/>
                  <a:pt x="19925" y="145950"/>
                  <a:pt x="39111" y="163743"/>
                </a:cubicBezTo>
                <a:cubicBezTo>
                  <a:pt x="58421" y="181658"/>
                  <a:pt x="84946" y="196786"/>
                  <a:pt x="118072" y="196786"/>
                </a:cubicBezTo>
                <a:cubicBezTo>
                  <a:pt x="151197" y="196786"/>
                  <a:pt x="177723" y="181699"/>
                  <a:pt x="197032" y="163743"/>
                </a:cubicBezTo>
                <a:cubicBezTo>
                  <a:pt x="216219" y="145909"/>
                  <a:pt x="229051" y="124631"/>
                  <a:pt x="235160" y="109995"/>
                </a:cubicBezTo>
                <a:cubicBezTo>
                  <a:pt x="236512" y="106757"/>
                  <a:pt x="236512" y="103149"/>
                  <a:pt x="235160" y="99910"/>
                </a:cubicBezTo>
                <a:cubicBezTo>
                  <a:pt x="229051" y="85274"/>
                  <a:pt x="216219" y="63956"/>
                  <a:pt x="197032" y="46163"/>
                </a:cubicBezTo>
                <a:cubicBezTo>
                  <a:pt x="177723" y="28247"/>
                  <a:pt x="151197" y="13119"/>
                  <a:pt x="118072" y="13119"/>
                </a:cubicBezTo>
                <a:close/>
                <a:moveTo>
                  <a:pt x="59036" y="104953"/>
                </a:moveTo>
                <a:cubicBezTo>
                  <a:pt x="59036" y="72370"/>
                  <a:pt x="85489" y="45917"/>
                  <a:pt x="118072" y="45917"/>
                </a:cubicBezTo>
                <a:cubicBezTo>
                  <a:pt x="150655" y="45917"/>
                  <a:pt x="177108" y="72370"/>
                  <a:pt x="177108" y="104953"/>
                </a:cubicBezTo>
                <a:cubicBezTo>
                  <a:pt x="177108" y="137535"/>
                  <a:pt x="150655" y="163989"/>
                  <a:pt x="118072" y="163989"/>
                </a:cubicBezTo>
                <a:cubicBezTo>
                  <a:pt x="85489" y="163989"/>
                  <a:pt x="59036" y="137535"/>
                  <a:pt x="59036" y="104953"/>
                </a:cubicBezTo>
                <a:close/>
                <a:moveTo>
                  <a:pt x="118072" y="78714"/>
                </a:moveTo>
                <a:cubicBezTo>
                  <a:pt x="118072" y="93186"/>
                  <a:pt x="106306" y="104953"/>
                  <a:pt x="91834" y="104953"/>
                </a:cubicBezTo>
                <a:cubicBezTo>
                  <a:pt x="87119" y="104953"/>
                  <a:pt x="82691" y="103723"/>
                  <a:pt x="78837" y="101509"/>
                </a:cubicBezTo>
                <a:cubicBezTo>
                  <a:pt x="78428" y="105978"/>
                  <a:pt x="78796" y="110569"/>
                  <a:pt x="80026" y="115120"/>
                </a:cubicBezTo>
                <a:cubicBezTo>
                  <a:pt x="85643" y="136110"/>
                  <a:pt x="107248" y="148574"/>
                  <a:pt x="128239" y="142957"/>
                </a:cubicBezTo>
                <a:cubicBezTo>
                  <a:pt x="149230" y="137340"/>
                  <a:pt x="161693" y="115735"/>
                  <a:pt x="156076" y="94744"/>
                </a:cubicBezTo>
                <a:cubicBezTo>
                  <a:pt x="151074" y="76009"/>
                  <a:pt x="133323" y="64079"/>
                  <a:pt x="114628" y="65718"/>
                </a:cubicBezTo>
                <a:cubicBezTo>
                  <a:pt x="116801" y="69531"/>
                  <a:pt x="118072" y="73959"/>
                  <a:pt x="118072" y="78714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954437" y="9022284"/>
            <a:ext cx="14747646" cy="3265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5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直观的视觉设计 + 智能筛选导出 = 高效的食品管理</a:t>
            </a:r>
            <a:endParaRPr lang="en-US" sz="1600" dirty="0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65" y="3114040"/>
            <a:ext cx="744220" cy="744220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4898390"/>
            <a:ext cx="807720" cy="816610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6750050"/>
            <a:ext cx="765175" cy="713105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10" y="1084580"/>
            <a:ext cx="3267710" cy="723519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0830" y="744855"/>
            <a:ext cx="3575050" cy="7914005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8686165" y="6750050"/>
            <a:ext cx="4489450" cy="7931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Markdown</a:t>
            </a:r>
            <a:endParaRPr lang="en-US" sz="1285" b="1" dirty="0">
              <a:solidFill>
                <a:srgbClr val="21252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2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PDF</a:t>
            </a:r>
            <a:endParaRPr lang="en-US" sz="1285" b="1" dirty="0">
              <a:solidFill>
                <a:srgbClr val="21252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711200"/>
          </a:xfrm>
          <a:custGeom>
            <a:avLst/>
            <a:gdLst/>
            <a:ahLst/>
            <a:cxnLst/>
            <a:rect l="l" t="t" r="r" b="b"/>
            <a:pathLst>
              <a:path w="101600" h="7112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660400"/>
                </a:lnTo>
                <a:cubicBezTo>
                  <a:pt x="101600" y="688437"/>
                  <a:pt x="78837" y="711200"/>
                  <a:pt x="50800" y="711200"/>
                </a:cubicBez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588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 库存页 | 数据看板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3208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实时库存数据,让管理更科学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930400"/>
            <a:ext cx="10071100" cy="6108700"/>
          </a:xfrm>
          <a:custGeom>
            <a:avLst/>
            <a:gdLst/>
            <a:ahLst/>
            <a:cxnLst/>
            <a:rect l="l" t="t" r="r" b="b"/>
            <a:pathLst>
              <a:path w="10071100" h="6108700">
                <a:moveTo>
                  <a:pt x="203175" y="0"/>
                </a:moveTo>
                <a:lnTo>
                  <a:pt x="9867925" y="0"/>
                </a:lnTo>
                <a:cubicBezTo>
                  <a:pt x="9980135" y="0"/>
                  <a:pt x="10071100" y="90965"/>
                  <a:pt x="10071100" y="203175"/>
                </a:cubicBezTo>
                <a:lnTo>
                  <a:pt x="10071100" y="5905525"/>
                </a:lnTo>
                <a:cubicBezTo>
                  <a:pt x="10071100" y="6017735"/>
                  <a:pt x="9980135" y="6108700"/>
                  <a:pt x="9867925" y="6108700"/>
                </a:cubicBezTo>
                <a:lnTo>
                  <a:pt x="203175" y="6108700"/>
                </a:lnTo>
                <a:cubicBezTo>
                  <a:pt x="90965" y="6108700"/>
                  <a:pt x="0" y="6017735"/>
                  <a:pt x="0" y="5905525"/>
                </a:cubicBezTo>
                <a:lnTo>
                  <a:pt x="0" y="203175"/>
                </a:lnTo>
                <a:cubicBezTo>
                  <a:pt x="0" y="90965"/>
                  <a:pt x="90965" y="0"/>
                  <a:pt x="20317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65200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25600" y="2336800"/>
            <a:ext cx="1866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顶部KPI指标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2160" y="3108960"/>
            <a:ext cx="3030220" cy="2179320"/>
          </a:xfrm>
          <a:custGeom>
            <a:avLst/>
            <a:gdLst/>
            <a:ahLst/>
            <a:cxnLst/>
            <a:rect l="l" t="t" r="r" b="b"/>
            <a:pathLst>
              <a:path w="3030220" h="2179320">
                <a:moveTo>
                  <a:pt x="152400" y="0"/>
                </a:moveTo>
                <a:lnTo>
                  <a:pt x="2877820" y="0"/>
                </a:lnTo>
                <a:cubicBezTo>
                  <a:pt x="2961988" y="0"/>
                  <a:pt x="3030220" y="68232"/>
                  <a:pt x="3030220" y="152400"/>
                </a:cubicBezTo>
                <a:lnTo>
                  <a:pt x="3030220" y="2026920"/>
                </a:lnTo>
                <a:cubicBezTo>
                  <a:pt x="3030220" y="2111088"/>
                  <a:pt x="2961988" y="2179320"/>
                  <a:pt x="2877820" y="2179320"/>
                </a:cubicBezTo>
                <a:lnTo>
                  <a:pt x="152400" y="2179320"/>
                </a:lnTo>
                <a:cubicBezTo>
                  <a:pt x="68232" y="2179320"/>
                  <a:pt x="0" y="2111088"/>
                  <a:pt x="0" y="20269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0000"/>
                </a:srgbClr>
              </a:gs>
              <a:gs pos="100000">
                <a:srgbClr val="07C160">
                  <a:alpha val="5000"/>
                </a:srgbClr>
              </a:gs>
            </a:gsLst>
            <a:lin ang="2700000" scaled="1"/>
          </a:gradFill>
          <a:ln w="20320">
            <a:solidFill>
              <a:srgbClr val="07C1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101374" y="33223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3120" y="3804921"/>
            <a:ext cx="2908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07C16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4720" y="4465321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物品分类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070" y="4820921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乳制品/饮料/肉类等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8916" y="3108960"/>
            <a:ext cx="3030220" cy="2179320"/>
          </a:xfrm>
          <a:custGeom>
            <a:avLst/>
            <a:gdLst/>
            <a:ahLst/>
            <a:cxnLst/>
            <a:rect l="l" t="t" r="r" b="b"/>
            <a:pathLst>
              <a:path w="3030220" h="2179320">
                <a:moveTo>
                  <a:pt x="152400" y="0"/>
                </a:moveTo>
                <a:lnTo>
                  <a:pt x="2877820" y="0"/>
                </a:lnTo>
                <a:cubicBezTo>
                  <a:pt x="2961988" y="0"/>
                  <a:pt x="3030220" y="68232"/>
                  <a:pt x="3030220" y="152400"/>
                </a:cubicBezTo>
                <a:lnTo>
                  <a:pt x="3030220" y="2026920"/>
                </a:lnTo>
                <a:cubicBezTo>
                  <a:pt x="3030220" y="2111088"/>
                  <a:pt x="2961988" y="2179320"/>
                  <a:pt x="2877820" y="2179320"/>
                </a:cubicBezTo>
                <a:lnTo>
                  <a:pt x="152400" y="2179320"/>
                </a:lnTo>
                <a:cubicBezTo>
                  <a:pt x="68232" y="2179320"/>
                  <a:pt x="0" y="2111088"/>
                  <a:pt x="0" y="20269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955">
                  <a:alpha val="20000"/>
                </a:srgbClr>
              </a:gs>
              <a:gs pos="100000">
                <a:srgbClr val="FFE955">
                  <a:alpha val="10000"/>
                </a:srgbClr>
              </a:gs>
            </a:gsLst>
            <a:lin ang="2700000" scaled="1"/>
          </a:gradFill>
          <a:ln w="20320">
            <a:solidFill>
              <a:srgbClr val="FFE9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358130" y="33223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66688" y="0"/>
                </a:moveTo>
                <a:lnTo>
                  <a:pt x="166688" y="47625"/>
                </a:lnTo>
                <a:cubicBezTo>
                  <a:pt x="166688" y="54173"/>
                  <a:pt x="172045" y="59531"/>
                  <a:pt x="178594" y="59531"/>
                </a:cubicBezTo>
                <a:lnTo>
                  <a:pt x="202406" y="59531"/>
                </a:lnTo>
                <a:cubicBezTo>
                  <a:pt x="208955" y="59531"/>
                  <a:pt x="214313" y="54173"/>
                  <a:pt x="214313" y="47625"/>
                </a:cubicBezTo>
                <a:lnTo>
                  <a:pt x="214313" y="0"/>
                </a:lnTo>
                <a:lnTo>
                  <a:pt x="238125" y="0"/>
                </a:lnTo>
                <a:cubicBezTo>
                  <a:pt x="264393" y="0"/>
                  <a:pt x="285750" y="21357"/>
                  <a:pt x="285750" y="47625"/>
                </a:cubicBezTo>
                <a:lnTo>
                  <a:pt x="285750" y="142875"/>
                </a:lnTo>
                <a:cubicBezTo>
                  <a:pt x="285750" y="146968"/>
                  <a:pt x="285229" y="150986"/>
                  <a:pt x="284262" y="154781"/>
                </a:cubicBezTo>
                <a:lnTo>
                  <a:pt x="96738" y="154781"/>
                </a:lnTo>
                <a:cubicBezTo>
                  <a:pt x="95771" y="150986"/>
                  <a:pt x="95250" y="146968"/>
                  <a:pt x="95250" y="142875"/>
                </a:cubicBezTo>
                <a:lnTo>
                  <a:pt x="95250" y="47625"/>
                </a:lnTo>
                <a:cubicBezTo>
                  <a:pt x="95250" y="21357"/>
                  <a:pt x="116607" y="0"/>
                  <a:pt x="142875" y="0"/>
                </a:cubicBezTo>
                <a:lnTo>
                  <a:pt x="166688" y="0"/>
                </a:lnTo>
                <a:close/>
                <a:moveTo>
                  <a:pt x="238125" y="381000"/>
                </a:moveTo>
                <a:cubicBezTo>
                  <a:pt x="229791" y="381000"/>
                  <a:pt x="221903" y="378842"/>
                  <a:pt x="215057" y="375047"/>
                </a:cubicBezTo>
                <a:cubicBezTo>
                  <a:pt x="222126" y="362769"/>
                  <a:pt x="226219" y="348555"/>
                  <a:pt x="226219" y="333375"/>
                </a:cubicBezTo>
                <a:lnTo>
                  <a:pt x="226219" y="238125"/>
                </a:lnTo>
                <a:cubicBezTo>
                  <a:pt x="226219" y="222945"/>
                  <a:pt x="222126" y="208731"/>
                  <a:pt x="215057" y="196453"/>
                </a:cubicBezTo>
                <a:cubicBezTo>
                  <a:pt x="221903" y="192658"/>
                  <a:pt x="229716" y="190500"/>
                  <a:pt x="238125" y="190500"/>
                </a:cubicBezTo>
                <a:lnTo>
                  <a:pt x="261938" y="190500"/>
                </a:lnTo>
                <a:lnTo>
                  <a:pt x="261938" y="238125"/>
                </a:lnTo>
                <a:cubicBezTo>
                  <a:pt x="261938" y="244673"/>
                  <a:pt x="267295" y="250031"/>
                  <a:pt x="273844" y="250031"/>
                </a:cubicBezTo>
                <a:lnTo>
                  <a:pt x="297656" y="250031"/>
                </a:lnTo>
                <a:cubicBezTo>
                  <a:pt x="304205" y="250031"/>
                  <a:pt x="309563" y="244673"/>
                  <a:pt x="309563" y="238125"/>
                </a:cubicBezTo>
                <a:lnTo>
                  <a:pt x="309563" y="190500"/>
                </a:lnTo>
                <a:lnTo>
                  <a:pt x="333375" y="190500"/>
                </a:lnTo>
                <a:cubicBezTo>
                  <a:pt x="359643" y="190500"/>
                  <a:pt x="381000" y="211857"/>
                  <a:pt x="381000" y="238125"/>
                </a:cubicBezTo>
                <a:lnTo>
                  <a:pt x="381000" y="333375"/>
                </a:lnTo>
                <a:cubicBezTo>
                  <a:pt x="381000" y="359643"/>
                  <a:pt x="359643" y="381000"/>
                  <a:pt x="333375" y="381000"/>
                </a:cubicBezTo>
                <a:lnTo>
                  <a:pt x="238125" y="381000"/>
                </a:lnTo>
                <a:close/>
                <a:moveTo>
                  <a:pt x="0" y="238125"/>
                </a:moveTo>
                <a:cubicBezTo>
                  <a:pt x="0" y="211857"/>
                  <a:pt x="21357" y="190500"/>
                  <a:pt x="47625" y="190500"/>
                </a:cubicBezTo>
                <a:lnTo>
                  <a:pt x="71438" y="190500"/>
                </a:lnTo>
                <a:lnTo>
                  <a:pt x="71438" y="238125"/>
                </a:lnTo>
                <a:cubicBezTo>
                  <a:pt x="71438" y="244673"/>
                  <a:pt x="76795" y="250031"/>
                  <a:pt x="83344" y="250031"/>
                </a:cubicBezTo>
                <a:lnTo>
                  <a:pt x="107156" y="250031"/>
                </a:lnTo>
                <a:cubicBezTo>
                  <a:pt x="113705" y="250031"/>
                  <a:pt x="119063" y="244673"/>
                  <a:pt x="119063" y="238125"/>
                </a:cubicBezTo>
                <a:lnTo>
                  <a:pt x="119063" y="190500"/>
                </a:lnTo>
                <a:lnTo>
                  <a:pt x="142875" y="190500"/>
                </a:lnTo>
                <a:cubicBezTo>
                  <a:pt x="169143" y="190500"/>
                  <a:pt x="190500" y="211857"/>
                  <a:pt x="190500" y="238125"/>
                </a:cubicBezTo>
                <a:lnTo>
                  <a:pt x="190500" y="333375"/>
                </a:lnTo>
                <a:cubicBezTo>
                  <a:pt x="190500" y="359643"/>
                  <a:pt x="169143" y="381000"/>
                  <a:pt x="14287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238125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089876" y="3804921"/>
            <a:ext cx="2908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E95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46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91476" y="4465321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总库存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97826" y="4820921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件商品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85672" y="3108960"/>
            <a:ext cx="3030220" cy="2179320"/>
          </a:xfrm>
          <a:custGeom>
            <a:avLst/>
            <a:gdLst/>
            <a:ahLst/>
            <a:cxnLst/>
            <a:rect l="l" t="t" r="r" b="b"/>
            <a:pathLst>
              <a:path w="3030220" h="2179320">
                <a:moveTo>
                  <a:pt x="152400" y="0"/>
                </a:moveTo>
                <a:lnTo>
                  <a:pt x="2877820" y="0"/>
                </a:lnTo>
                <a:cubicBezTo>
                  <a:pt x="2961988" y="0"/>
                  <a:pt x="3030220" y="68232"/>
                  <a:pt x="3030220" y="152400"/>
                </a:cubicBezTo>
                <a:lnTo>
                  <a:pt x="3030220" y="2026920"/>
                </a:lnTo>
                <a:cubicBezTo>
                  <a:pt x="3030220" y="2111088"/>
                  <a:pt x="2961988" y="2179320"/>
                  <a:pt x="2877820" y="2179320"/>
                </a:cubicBezTo>
                <a:lnTo>
                  <a:pt x="152400" y="2179320"/>
                </a:lnTo>
                <a:cubicBezTo>
                  <a:pt x="68232" y="2179320"/>
                  <a:pt x="0" y="2111088"/>
                  <a:pt x="0" y="20269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62670" y="3322321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85961" y="49709"/>
                </a:moveTo>
                <a:cubicBezTo>
                  <a:pt x="193700" y="39067"/>
                  <a:pt x="191319" y="24185"/>
                  <a:pt x="180677" y="16446"/>
                </a:cubicBezTo>
                <a:cubicBezTo>
                  <a:pt x="170036" y="8706"/>
                  <a:pt x="155153" y="11088"/>
                  <a:pt x="147414" y="21729"/>
                </a:cubicBezTo>
                <a:lnTo>
                  <a:pt x="68535" y="130150"/>
                </a:lnTo>
                <a:lnTo>
                  <a:pt x="40630" y="102245"/>
                </a:lnTo>
                <a:cubicBezTo>
                  <a:pt x="31328" y="92943"/>
                  <a:pt x="16222" y="92943"/>
                  <a:pt x="6921" y="102245"/>
                </a:cubicBezTo>
                <a:cubicBezTo>
                  <a:pt x="-2381" y="111547"/>
                  <a:pt x="-2381" y="126653"/>
                  <a:pt x="6921" y="135954"/>
                </a:cubicBezTo>
                <a:lnTo>
                  <a:pt x="54546" y="183579"/>
                </a:lnTo>
                <a:cubicBezTo>
                  <a:pt x="59457" y="188491"/>
                  <a:pt x="66303" y="191021"/>
                  <a:pt x="73223" y="190500"/>
                </a:cubicBezTo>
                <a:cubicBezTo>
                  <a:pt x="80144" y="189979"/>
                  <a:pt x="86544" y="186407"/>
                  <a:pt x="90636" y="180752"/>
                </a:cubicBezTo>
                <a:lnTo>
                  <a:pt x="185886" y="49783"/>
                </a:lnTo>
                <a:close/>
                <a:moveTo>
                  <a:pt x="281211" y="150912"/>
                </a:moveTo>
                <a:cubicBezTo>
                  <a:pt x="288950" y="140271"/>
                  <a:pt x="286569" y="125388"/>
                  <a:pt x="275927" y="117649"/>
                </a:cubicBezTo>
                <a:cubicBezTo>
                  <a:pt x="265286" y="109910"/>
                  <a:pt x="250403" y="112291"/>
                  <a:pt x="242664" y="122932"/>
                </a:cubicBezTo>
                <a:lnTo>
                  <a:pt x="116160" y="296838"/>
                </a:lnTo>
                <a:lnTo>
                  <a:pt x="64443" y="245120"/>
                </a:lnTo>
                <a:cubicBezTo>
                  <a:pt x="55141" y="235818"/>
                  <a:pt x="40035" y="235818"/>
                  <a:pt x="30733" y="245120"/>
                </a:cubicBezTo>
                <a:cubicBezTo>
                  <a:pt x="21431" y="254422"/>
                  <a:pt x="21431" y="269528"/>
                  <a:pt x="30733" y="278829"/>
                </a:cubicBezTo>
                <a:lnTo>
                  <a:pt x="102171" y="350267"/>
                </a:lnTo>
                <a:cubicBezTo>
                  <a:pt x="107082" y="355178"/>
                  <a:pt x="113928" y="357708"/>
                  <a:pt x="120848" y="357188"/>
                </a:cubicBezTo>
                <a:cubicBezTo>
                  <a:pt x="127769" y="356667"/>
                  <a:pt x="134169" y="353095"/>
                  <a:pt x="138261" y="347439"/>
                </a:cubicBezTo>
                <a:lnTo>
                  <a:pt x="281136" y="150986"/>
                </a:ln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46633" y="3804921"/>
            <a:ext cx="2908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2C3E5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48233" y="4465321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已处理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4583" y="4820921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待处理物品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1237" y="581913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8575" y="42863"/>
                </a:moveTo>
                <a:lnTo>
                  <a:pt x="28575" y="71438"/>
                </a:lnTo>
                <a:lnTo>
                  <a:pt x="57150" y="71438"/>
                </a:lnTo>
                <a:lnTo>
                  <a:pt x="57150" y="42863"/>
                </a:lnTo>
                <a:lnTo>
                  <a:pt x="28575" y="42863"/>
                </a:lnTo>
                <a:close/>
                <a:moveTo>
                  <a:pt x="171450" y="42863"/>
                </a:moveTo>
                <a:lnTo>
                  <a:pt x="85725" y="42863"/>
                </a:lnTo>
                <a:lnTo>
                  <a:pt x="85725" y="71438"/>
                </a:lnTo>
                <a:lnTo>
                  <a:pt x="171450" y="71438"/>
                </a:lnTo>
                <a:lnTo>
                  <a:pt x="171450" y="42863"/>
                </a:lnTo>
                <a:close/>
                <a:moveTo>
                  <a:pt x="28575" y="100013"/>
                </a:moveTo>
                <a:lnTo>
                  <a:pt x="28575" y="128588"/>
                </a:lnTo>
                <a:lnTo>
                  <a:pt x="57150" y="128588"/>
                </a:lnTo>
                <a:lnTo>
                  <a:pt x="57150" y="100013"/>
                </a:lnTo>
                <a:lnTo>
                  <a:pt x="28575" y="100013"/>
                </a:lnTo>
                <a:close/>
                <a:moveTo>
                  <a:pt x="171450" y="100013"/>
                </a:moveTo>
                <a:lnTo>
                  <a:pt x="85725" y="100013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00013"/>
                </a:lnTo>
                <a:close/>
                <a:moveTo>
                  <a:pt x="28575" y="157163"/>
                </a:moveTo>
                <a:lnTo>
                  <a:pt x="28575" y="185738"/>
                </a:lnTo>
                <a:lnTo>
                  <a:pt x="57150" y="185738"/>
                </a:lnTo>
                <a:lnTo>
                  <a:pt x="57150" y="157163"/>
                </a:lnTo>
                <a:lnTo>
                  <a:pt x="28575" y="157163"/>
                </a:lnTo>
                <a:close/>
                <a:moveTo>
                  <a:pt x="171450" y="157163"/>
                </a:moveTo>
                <a:lnTo>
                  <a:pt x="85725" y="157163"/>
                </a:lnTo>
                <a:lnTo>
                  <a:pt x="85725" y="185738"/>
                </a:lnTo>
                <a:lnTo>
                  <a:pt x="171450" y="185738"/>
                </a:lnTo>
                <a:lnTo>
                  <a:pt x="171450" y="157163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57300" y="5755636"/>
            <a:ext cx="897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卡片式库存展示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0600" y="6263636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647214" y="6263636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1D5D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4036993" y="4224176"/>
            <a:ext cx="1104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08000" y="8193720"/>
            <a:ext cx="15240000" cy="660400"/>
          </a:xfrm>
          <a:custGeom>
            <a:avLst/>
            <a:gdLst/>
            <a:ahLst/>
            <a:cxnLst/>
            <a:rect l="l" t="t" r="r" b="b"/>
            <a:pathLst>
              <a:path w="15240000" h="660400">
                <a:moveTo>
                  <a:pt x="152401" y="0"/>
                </a:moveTo>
                <a:lnTo>
                  <a:pt x="15087599" y="0"/>
                </a:lnTo>
                <a:cubicBezTo>
                  <a:pt x="15171768" y="0"/>
                  <a:pt x="15240000" y="68232"/>
                  <a:pt x="15240000" y="152401"/>
                </a:cubicBezTo>
                <a:lnTo>
                  <a:pt x="15240000" y="507999"/>
                </a:lnTo>
                <a:cubicBezTo>
                  <a:pt x="15240000" y="592168"/>
                  <a:pt x="15171768" y="660400"/>
                  <a:pt x="15087599" y="660400"/>
                </a:cubicBezTo>
                <a:lnTo>
                  <a:pt x="152401" y="660400"/>
                </a:lnTo>
                <a:cubicBezTo>
                  <a:pt x="68232" y="660400"/>
                  <a:pt x="0" y="592168"/>
                  <a:pt x="0" y="50799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5591492" y="83969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996950" y="8346120"/>
            <a:ext cx="146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 + 实时更新 = 科学的库存管理决策</a:t>
            </a:r>
            <a:endParaRPr lang="en-US" sz="1600" dirty="0"/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6485" y="230505"/>
            <a:ext cx="3895725" cy="862330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6362065"/>
            <a:ext cx="3931920" cy="126174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6362065"/>
            <a:ext cx="4116705" cy="1280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592667"/>
          </a:xfrm>
          <a:custGeom>
            <a:avLst/>
            <a:gdLst/>
            <a:ahLst/>
            <a:cxnLst/>
            <a:rect l="l" t="t" r="r" b="b"/>
            <a:pathLst>
              <a:path w="84667" h="592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550333"/>
                </a:lnTo>
                <a:cubicBezTo>
                  <a:pt x="84667" y="573713"/>
                  <a:pt x="65713" y="592667"/>
                  <a:pt x="42333" y="592667"/>
                </a:cubicBezTo>
                <a:lnTo>
                  <a:pt x="42333" y="592667"/>
                </a:lnTo>
                <a:cubicBezTo>
                  <a:pt x="18953" y="592667"/>
                  <a:pt x="0" y="573713"/>
                  <a:pt x="0" y="55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65667"/>
            <a:ext cx="64452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 添加物品 | 三种录入方式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100667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右下角蓝色+号,覆盖99%线下场景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545" y="1608455"/>
            <a:ext cx="7873365" cy="7535545"/>
          </a:xfrm>
          <a:custGeom>
            <a:avLst/>
            <a:gdLst/>
            <a:ahLst/>
            <a:cxnLst/>
            <a:rect l="l" t="t" r="r" b="b"/>
            <a:pathLst>
              <a:path w="7577667" h="11567583">
                <a:moveTo>
                  <a:pt x="169361" y="0"/>
                </a:moveTo>
                <a:lnTo>
                  <a:pt x="7408306" y="0"/>
                </a:lnTo>
                <a:cubicBezTo>
                  <a:pt x="7501841" y="0"/>
                  <a:pt x="7577667" y="75825"/>
                  <a:pt x="7577667" y="169361"/>
                </a:cubicBezTo>
                <a:lnTo>
                  <a:pt x="7577667" y="11398222"/>
                </a:lnTo>
                <a:cubicBezTo>
                  <a:pt x="7577667" y="11491758"/>
                  <a:pt x="7501841" y="11567583"/>
                  <a:pt x="7408306" y="11567583"/>
                </a:cubicBezTo>
                <a:lnTo>
                  <a:pt x="169361" y="11567583"/>
                </a:lnTo>
                <a:cubicBezTo>
                  <a:pt x="75825" y="11567583"/>
                  <a:pt x="0" y="11491758"/>
                  <a:pt x="0" y="11398222"/>
                </a:cubicBezTo>
                <a:lnTo>
                  <a:pt x="0" y="169361"/>
                </a:lnTo>
                <a:cubicBezTo>
                  <a:pt x="0" y="75825"/>
                  <a:pt x="75825" y="0"/>
                  <a:pt x="16936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35000" y="1820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0208" y="1989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31750"/>
                </a:moveTo>
                <a:cubicBezTo>
                  <a:pt x="127000" y="22969"/>
                  <a:pt x="119906" y="15875"/>
                  <a:pt x="111125" y="15875"/>
                </a:cubicBezTo>
                <a:cubicBezTo>
                  <a:pt x="102344" y="15875"/>
                  <a:pt x="95250" y="22969"/>
                  <a:pt x="95250" y="31750"/>
                </a:cubicBezTo>
                <a:lnTo>
                  <a:pt x="9525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95250" y="142875"/>
                </a:lnTo>
                <a:lnTo>
                  <a:pt x="95250" y="222250"/>
                </a:lnTo>
                <a:cubicBezTo>
                  <a:pt x="95250" y="231031"/>
                  <a:pt x="102344" y="238125"/>
                  <a:pt x="111125" y="238125"/>
                </a:cubicBezTo>
                <a:cubicBezTo>
                  <a:pt x="119906" y="238125"/>
                  <a:pt x="127000" y="231031"/>
                  <a:pt x="127000" y="222250"/>
                </a:cubicBezTo>
                <a:lnTo>
                  <a:pt x="127000" y="142875"/>
                </a:lnTo>
                <a:lnTo>
                  <a:pt x="206375" y="142875"/>
                </a:lnTo>
                <a:cubicBezTo>
                  <a:pt x="215156" y="142875"/>
                  <a:pt x="222250" y="135781"/>
                  <a:pt x="222250" y="127000"/>
                </a:cubicBezTo>
                <a:cubicBezTo>
                  <a:pt x="222250" y="118219"/>
                  <a:pt x="215156" y="111125"/>
                  <a:pt x="206375" y="111125"/>
                </a:cubicBezTo>
                <a:lnTo>
                  <a:pt x="127000" y="111125"/>
                </a:lnTo>
                <a:lnTo>
                  <a:pt x="127000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54667" y="1947333"/>
            <a:ext cx="15451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蓝色+号入口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7128" y="3162089"/>
            <a:ext cx="6815667" cy="1905000"/>
          </a:xfrm>
          <a:custGeom>
            <a:avLst/>
            <a:gdLst/>
            <a:ahLst/>
            <a:cxnLst/>
            <a:rect l="l" t="t" r="r" b="b"/>
            <a:pathLst>
              <a:path w="6815667" h="1905000">
                <a:moveTo>
                  <a:pt x="127006" y="0"/>
                </a:moveTo>
                <a:lnTo>
                  <a:pt x="6688660" y="0"/>
                </a:lnTo>
                <a:cubicBezTo>
                  <a:pt x="6758804" y="0"/>
                  <a:pt x="6815667" y="56863"/>
                  <a:pt x="6815667" y="127006"/>
                </a:cubicBezTo>
                <a:lnTo>
                  <a:pt x="6815667" y="1777994"/>
                </a:lnTo>
                <a:cubicBezTo>
                  <a:pt x="6815667" y="1848137"/>
                  <a:pt x="6758804" y="1905000"/>
                  <a:pt x="6688660" y="1905000"/>
                </a:cubicBezTo>
                <a:lnTo>
                  <a:pt x="127006" y="1905000"/>
                </a:lnTo>
                <a:cubicBezTo>
                  <a:pt x="56863" y="1905000"/>
                  <a:pt x="0" y="1848137"/>
                  <a:pt x="0" y="1777994"/>
                </a:cubicBezTo>
                <a:lnTo>
                  <a:pt x="0" y="127006"/>
                </a:lnTo>
                <a:cubicBezTo>
                  <a:pt x="0" y="56863"/>
                  <a:pt x="56863" y="0"/>
                  <a:pt x="1270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" dist="1058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532505" y="3203575"/>
            <a:ext cx="846455" cy="847725"/>
          </a:xfrm>
          <a:custGeom>
            <a:avLst/>
            <a:gdLst/>
            <a:ahLst/>
            <a:cxnLst/>
            <a:rect l="l" t="t" r="r" b="b"/>
            <a:pathLst>
              <a:path w="846667" h="846667">
                <a:moveTo>
                  <a:pt x="423333" y="0"/>
                </a:moveTo>
                <a:lnTo>
                  <a:pt x="423333" y="0"/>
                </a:lnTo>
                <a:cubicBezTo>
                  <a:pt x="656977" y="0"/>
                  <a:pt x="846667" y="189689"/>
                  <a:pt x="846667" y="423333"/>
                </a:cubicBezTo>
                <a:lnTo>
                  <a:pt x="846667" y="423333"/>
                </a:lnTo>
                <a:cubicBezTo>
                  <a:pt x="846667" y="656977"/>
                  <a:pt x="656977" y="846667"/>
                  <a:pt x="423333" y="846667"/>
                </a:cubicBezTo>
                <a:lnTo>
                  <a:pt x="423333" y="846667"/>
                </a:lnTo>
                <a:cubicBezTo>
                  <a:pt x="189689" y="846667"/>
                  <a:pt x="0" y="656977"/>
                  <a:pt x="0" y="423333"/>
                </a:cubicBezTo>
                <a:lnTo>
                  <a:pt x="0" y="423333"/>
                </a:lnTo>
                <a:cubicBezTo>
                  <a:pt x="0" y="189689"/>
                  <a:pt x="189689" y="0"/>
                  <a:pt x="423333" y="0"/>
                </a:cubicBezTo>
                <a:close/>
              </a:path>
            </a:pathLst>
          </a:custGeom>
          <a:solidFill>
            <a:srgbClr val="07C160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788939" y="3458846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47625"/>
                </a:moveTo>
                <a:cubicBezTo>
                  <a:pt x="190500" y="34454"/>
                  <a:pt x="179859" y="23812"/>
                  <a:pt x="166688" y="23812"/>
                </a:cubicBezTo>
                <a:cubicBezTo>
                  <a:pt x="153516" y="23812"/>
                  <a:pt x="142875" y="34454"/>
                  <a:pt x="142875" y="47625"/>
                </a:cubicBezTo>
                <a:lnTo>
                  <a:pt x="14287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142875" y="214313"/>
                </a:lnTo>
                <a:lnTo>
                  <a:pt x="142875" y="333375"/>
                </a:lnTo>
                <a:cubicBezTo>
                  <a:pt x="142875" y="346546"/>
                  <a:pt x="153516" y="357188"/>
                  <a:pt x="166688" y="357188"/>
                </a:cubicBezTo>
                <a:cubicBezTo>
                  <a:pt x="179859" y="357188"/>
                  <a:pt x="190500" y="346546"/>
                  <a:pt x="190500" y="333375"/>
                </a:cubicBezTo>
                <a:lnTo>
                  <a:pt x="190500" y="214313"/>
                </a:lnTo>
                <a:lnTo>
                  <a:pt x="309563" y="214313"/>
                </a:lnTo>
                <a:cubicBezTo>
                  <a:pt x="322734" y="214313"/>
                  <a:pt x="333375" y="203671"/>
                  <a:pt x="333375" y="190500"/>
                </a:cubicBezTo>
                <a:cubicBezTo>
                  <a:pt x="333375" y="177329"/>
                  <a:pt x="322734" y="166688"/>
                  <a:pt x="309563" y="166688"/>
                </a:cubicBezTo>
                <a:lnTo>
                  <a:pt x="190500" y="166688"/>
                </a:lnTo>
                <a:lnTo>
                  <a:pt x="190500" y="47625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7757" y="4135544"/>
            <a:ext cx="6572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点击添加物品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545" y="4770544"/>
            <a:ext cx="6551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弹出三种录入方式选择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2882" y="5202556"/>
            <a:ext cx="6802967" cy="1744133"/>
          </a:xfrm>
          <a:custGeom>
            <a:avLst/>
            <a:gdLst/>
            <a:ahLst/>
            <a:cxnLst/>
            <a:rect l="l" t="t" r="r" b="b"/>
            <a:pathLst>
              <a:path w="6802967" h="1744133">
                <a:moveTo>
                  <a:pt x="127008" y="0"/>
                </a:moveTo>
                <a:lnTo>
                  <a:pt x="6675959" y="0"/>
                </a:lnTo>
                <a:cubicBezTo>
                  <a:pt x="6746103" y="0"/>
                  <a:pt x="6802967" y="56863"/>
                  <a:pt x="6802967" y="127008"/>
                </a:cubicBezTo>
                <a:lnTo>
                  <a:pt x="6802967" y="1617126"/>
                </a:lnTo>
                <a:cubicBezTo>
                  <a:pt x="6802967" y="1687270"/>
                  <a:pt x="6746103" y="1744133"/>
                  <a:pt x="6675959" y="1744133"/>
                </a:cubicBezTo>
                <a:lnTo>
                  <a:pt x="127008" y="1744133"/>
                </a:lnTo>
                <a:cubicBezTo>
                  <a:pt x="56910" y="1744133"/>
                  <a:pt x="0" y="1687223"/>
                  <a:pt x="0" y="1617126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solidFill>
            <a:srgbClr val="07C160">
              <a:alpha val="5098"/>
            </a:srgbClr>
          </a:solidFill>
          <a:ln w="10160">
            <a:solidFill>
              <a:srgbClr val="07C1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94012" y="535072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795" y="75572"/>
                </a:moveTo>
                <a:cubicBezTo>
                  <a:pt x="26194" y="44814"/>
                  <a:pt x="52685" y="21167"/>
                  <a:pt x="84667" y="21167"/>
                </a:cubicBezTo>
                <a:cubicBezTo>
                  <a:pt x="102195" y="21167"/>
                  <a:pt x="118070" y="28277"/>
                  <a:pt x="129580" y="39754"/>
                </a:cubicBezTo>
                <a:cubicBezTo>
                  <a:pt x="129646" y="39820"/>
                  <a:pt x="129712" y="39886"/>
                  <a:pt x="129778" y="39952"/>
                </a:cubicBezTo>
                <a:lnTo>
                  <a:pt x="132292" y="42333"/>
                </a:lnTo>
                <a:lnTo>
                  <a:pt x="116450" y="42333"/>
                </a:lnTo>
                <a:cubicBezTo>
                  <a:pt x="110596" y="42333"/>
                  <a:pt x="105866" y="47063"/>
                  <a:pt x="105866" y="52917"/>
                </a:cubicBezTo>
                <a:cubicBezTo>
                  <a:pt x="105866" y="58771"/>
                  <a:pt x="110596" y="63500"/>
                  <a:pt x="116450" y="63500"/>
                </a:cubicBezTo>
                <a:lnTo>
                  <a:pt x="158783" y="63500"/>
                </a:lnTo>
                <a:cubicBezTo>
                  <a:pt x="164637" y="63500"/>
                  <a:pt x="169366" y="58771"/>
                  <a:pt x="169366" y="52917"/>
                </a:cubicBezTo>
                <a:lnTo>
                  <a:pt x="169366" y="10583"/>
                </a:lnTo>
                <a:cubicBezTo>
                  <a:pt x="169366" y="4729"/>
                  <a:pt x="164637" y="0"/>
                  <a:pt x="158783" y="0"/>
                </a:cubicBezTo>
                <a:cubicBezTo>
                  <a:pt x="152929" y="0"/>
                  <a:pt x="148200" y="4729"/>
                  <a:pt x="148200" y="10583"/>
                </a:cubicBezTo>
                <a:lnTo>
                  <a:pt x="148200" y="28244"/>
                </a:lnTo>
                <a:lnTo>
                  <a:pt x="144463" y="24705"/>
                </a:lnTo>
                <a:cubicBezTo>
                  <a:pt x="129150" y="9459"/>
                  <a:pt x="107983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lose/>
                <a:moveTo>
                  <a:pt x="168473" y="96738"/>
                </a:moveTo>
                <a:cubicBezTo>
                  <a:pt x="169300" y="90951"/>
                  <a:pt x="165265" y="85593"/>
                  <a:pt x="159511" y="84766"/>
                </a:cubicBezTo>
                <a:cubicBezTo>
                  <a:pt x="153756" y="83939"/>
                  <a:pt x="148365" y="87974"/>
                  <a:pt x="147538" y="93729"/>
                </a:cubicBezTo>
                <a:cubicBezTo>
                  <a:pt x="143140" y="124486"/>
                  <a:pt x="116648" y="148134"/>
                  <a:pt x="84667" y="148134"/>
                </a:cubicBezTo>
                <a:cubicBezTo>
                  <a:pt x="67138" y="148134"/>
                  <a:pt x="51263" y="141023"/>
                  <a:pt x="39754" y="129547"/>
                </a:cubicBezTo>
                <a:cubicBezTo>
                  <a:pt x="39687" y="129480"/>
                  <a:pt x="39621" y="129414"/>
                  <a:pt x="39555" y="129348"/>
                </a:cubicBezTo>
                <a:lnTo>
                  <a:pt x="37042" y="126967"/>
                </a:lnTo>
                <a:lnTo>
                  <a:pt x="52884" y="126967"/>
                </a:lnTo>
                <a:cubicBezTo>
                  <a:pt x="58737" y="126967"/>
                  <a:pt x="63467" y="122238"/>
                  <a:pt x="63467" y="116384"/>
                </a:cubicBezTo>
                <a:cubicBezTo>
                  <a:pt x="63467" y="110530"/>
                  <a:pt x="58737" y="105800"/>
                  <a:pt x="52884" y="105800"/>
                </a:cubicBezTo>
                <a:lnTo>
                  <a:pt x="10583" y="105833"/>
                </a:lnTo>
                <a:cubicBezTo>
                  <a:pt x="7772" y="105833"/>
                  <a:pt x="5060" y="106958"/>
                  <a:pt x="3076" y="108975"/>
                </a:cubicBezTo>
                <a:cubicBezTo>
                  <a:pt x="1091" y="110993"/>
                  <a:pt x="-33" y="113672"/>
                  <a:pt x="0" y="116516"/>
                </a:cubicBezTo>
                <a:lnTo>
                  <a:pt x="331" y="158518"/>
                </a:lnTo>
                <a:cubicBezTo>
                  <a:pt x="364" y="164372"/>
                  <a:pt x="5159" y="169069"/>
                  <a:pt x="11013" y="169003"/>
                </a:cubicBezTo>
                <a:cubicBezTo>
                  <a:pt x="16867" y="168936"/>
                  <a:pt x="21564" y="164174"/>
                  <a:pt x="21497" y="158320"/>
                </a:cubicBezTo>
                <a:lnTo>
                  <a:pt x="21365" y="141288"/>
                </a:lnTo>
                <a:lnTo>
                  <a:pt x="24904" y="144628"/>
                </a:lnTo>
                <a:cubicBezTo>
                  <a:pt x="40217" y="159874"/>
                  <a:pt x="61350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432772" y="5265842"/>
            <a:ext cx="641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交互流程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0455" y="558418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36955" y="5584189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1807" y="5584401"/>
            <a:ext cx="1047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点击右下角+号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0455" y="58798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51560" y="58801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69272" y="5880099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选择录入方式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00455" y="6200775"/>
            <a:ext cx="254000" cy="250825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45845" y="6197811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63557" y="6197387"/>
            <a:ext cx="1016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填写/扫描信息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5060" y="64814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51560" y="6451600"/>
            <a:ext cx="317500" cy="339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63557" y="6524201"/>
            <a:ext cx="666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确认保存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17535" y="783590"/>
            <a:ext cx="6750685" cy="2667635"/>
          </a:xfrm>
          <a:custGeom>
            <a:avLst/>
            <a:gdLst/>
            <a:ahLst/>
            <a:cxnLst/>
            <a:rect l="l" t="t" r="r" b="b"/>
            <a:pathLst>
              <a:path w="7535333" h="3746500">
                <a:moveTo>
                  <a:pt x="84667" y="0"/>
                </a:moveTo>
                <a:lnTo>
                  <a:pt x="7365992" y="0"/>
                </a:lnTo>
                <a:cubicBezTo>
                  <a:pt x="7459516" y="0"/>
                  <a:pt x="7535333" y="75817"/>
                  <a:pt x="7535333" y="169342"/>
                </a:cubicBezTo>
                <a:lnTo>
                  <a:pt x="7535333" y="3577158"/>
                </a:lnTo>
                <a:cubicBezTo>
                  <a:pt x="7535333" y="3670683"/>
                  <a:pt x="7459516" y="3746500"/>
                  <a:pt x="7365992" y="3746500"/>
                </a:cubicBezTo>
                <a:lnTo>
                  <a:pt x="84667" y="3746500"/>
                </a:lnTo>
                <a:cubicBezTo>
                  <a:pt x="37907" y="3746500"/>
                  <a:pt x="0" y="3708593"/>
                  <a:pt x="0" y="36618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96910" y="783590"/>
            <a:ext cx="79375" cy="2760345"/>
          </a:xfrm>
          <a:custGeom>
            <a:avLst/>
            <a:gdLst/>
            <a:ahLst/>
            <a:cxnLst/>
            <a:rect l="l" t="t" r="r" b="b"/>
            <a:pathLst>
              <a:path w="84667" h="3746500">
                <a:moveTo>
                  <a:pt x="84667" y="0"/>
                </a:moveTo>
                <a:lnTo>
                  <a:pt x="84667" y="0"/>
                </a:lnTo>
                <a:lnTo>
                  <a:pt x="84667" y="3746500"/>
                </a:lnTo>
                <a:lnTo>
                  <a:pt x="84667" y="3746500"/>
                </a:lnTo>
                <a:cubicBezTo>
                  <a:pt x="37907" y="3746500"/>
                  <a:pt x="0" y="3708593"/>
                  <a:pt x="0" y="36618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456295" y="97345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02743" y="1016000"/>
            <a:ext cx="6138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1100243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手动录入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73110" y="2823636"/>
            <a:ext cx="7154333" cy="804333"/>
          </a:xfrm>
          <a:custGeom>
            <a:avLst/>
            <a:gdLst/>
            <a:ahLst/>
            <a:cxnLst/>
            <a:rect l="l" t="t" r="r" b="b"/>
            <a:pathLst>
              <a:path w="7154333" h="804333">
                <a:moveTo>
                  <a:pt x="126996" y="0"/>
                </a:moveTo>
                <a:lnTo>
                  <a:pt x="7027337" y="0"/>
                </a:lnTo>
                <a:cubicBezTo>
                  <a:pt x="7097475" y="0"/>
                  <a:pt x="7154333" y="56858"/>
                  <a:pt x="7154333" y="126996"/>
                </a:cubicBezTo>
                <a:lnTo>
                  <a:pt x="7154333" y="677337"/>
                </a:lnTo>
                <a:cubicBezTo>
                  <a:pt x="7154333" y="747475"/>
                  <a:pt x="7097475" y="804333"/>
                  <a:pt x="7027337" y="804333"/>
                </a:cubicBezTo>
                <a:lnTo>
                  <a:pt x="126996" y="804333"/>
                </a:lnTo>
                <a:cubicBezTo>
                  <a:pt x="56858" y="804333"/>
                  <a:pt x="0" y="747475"/>
                  <a:pt x="0" y="677337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09212" y="169312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5972" y="7177"/>
                </a:moveTo>
                <a:cubicBezTo>
                  <a:pt x="148729" y="-66"/>
                  <a:pt x="137021" y="-66"/>
                  <a:pt x="129778" y="7177"/>
                </a:cubicBezTo>
                <a:lnTo>
                  <a:pt x="121708" y="15247"/>
                </a:lnTo>
                <a:lnTo>
                  <a:pt x="154087" y="47625"/>
                </a:lnTo>
                <a:lnTo>
                  <a:pt x="162157" y="39555"/>
                </a:lnTo>
                <a:cubicBezTo>
                  <a:pt x="169399" y="32312"/>
                  <a:pt x="169399" y="20604"/>
                  <a:pt x="162157" y="13361"/>
                </a:cubicBezTo>
                <a:lnTo>
                  <a:pt x="155972" y="7177"/>
                </a:lnTo>
                <a:close/>
                <a:moveTo>
                  <a:pt x="57018" y="79937"/>
                </a:moveTo>
                <a:cubicBezTo>
                  <a:pt x="55000" y="81955"/>
                  <a:pt x="53446" y="84435"/>
                  <a:pt x="52553" y="87180"/>
                </a:cubicBezTo>
                <a:lnTo>
                  <a:pt x="42763" y="116549"/>
                </a:lnTo>
                <a:cubicBezTo>
                  <a:pt x="41804" y="119393"/>
                  <a:pt x="42565" y="122535"/>
                  <a:pt x="44682" y="124685"/>
                </a:cubicBezTo>
                <a:cubicBezTo>
                  <a:pt x="46798" y="126835"/>
                  <a:pt x="49940" y="127562"/>
                  <a:pt x="52817" y="126603"/>
                </a:cubicBezTo>
                <a:lnTo>
                  <a:pt x="82186" y="116814"/>
                </a:lnTo>
                <a:cubicBezTo>
                  <a:pt x="84898" y="115921"/>
                  <a:pt x="87379" y="114366"/>
                  <a:pt x="89429" y="112349"/>
                </a:cubicBezTo>
                <a:lnTo>
                  <a:pt x="142875" y="58837"/>
                </a:lnTo>
                <a:lnTo>
                  <a:pt x="110497" y="26458"/>
                </a:lnTo>
                <a:lnTo>
                  <a:pt x="57018" y="79937"/>
                </a:lnTo>
                <a:close/>
                <a:moveTo>
                  <a:pt x="31750" y="21167"/>
                </a:moveTo>
                <a:cubicBezTo>
                  <a:pt x="14221" y="21167"/>
                  <a:pt x="0" y="35388"/>
                  <a:pt x="0" y="52917"/>
                </a:cubicBezTo>
                <a:lnTo>
                  <a:pt x="0" y="137583"/>
                </a:lnTo>
                <a:cubicBezTo>
                  <a:pt x="0" y="155112"/>
                  <a:pt x="14221" y="169333"/>
                  <a:pt x="31750" y="169333"/>
                </a:cubicBezTo>
                <a:lnTo>
                  <a:pt x="116417" y="169333"/>
                </a:lnTo>
                <a:cubicBezTo>
                  <a:pt x="133945" y="169333"/>
                  <a:pt x="148167" y="155112"/>
                  <a:pt x="148167" y="137583"/>
                </a:cubicBezTo>
                <a:lnTo>
                  <a:pt x="148167" y="105833"/>
                </a:lnTo>
                <a:cubicBezTo>
                  <a:pt x="148167" y="99979"/>
                  <a:pt x="143437" y="95250"/>
                  <a:pt x="137583" y="95250"/>
                </a:cubicBezTo>
                <a:cubicBezTo>
                  <a:pt x="131729" y="95250"/>
                  <a:pt x="127000" y="99979"/>
                  <a:pt x="127000" y="105833"/>
                </a:cubicBezTo>
                <a:lnTo>
                  <a:pt x="127000" y="137583"/>
                </a:lnTo>
                <a:cubicBezTo>
                  <a:pt x="127000" y="143437"/>
                  <a:pt x="122271" y="148167"/>
                  <a:pt x="116417" y="148167"/>
                </a:cubicBezTo>
                <a:lnTo>
                  <a:pt x="31750" y="148167"/>
                </a:lnTo>
                <a:cubicBezTo>
                  <a:pt x="25896" y="148167"/>
                  <a:pt x="21167" y="143437"/>
                  <a:pt x="21167" y="137583"/>
                </a:cubicBezTo>
                <a:lnTo>
                  <a:pt x="21167" y="52917"/>
                </a:lnTo>
                <a:cubicBezTo>
                  <a:pt x="21167" y="47063"/>
                  <a:pt x="25896" y="42333"/>
                  <a:pt x="31750" y="42333"/>
                </a:cubicBezTo>
                <a:lnTo>
                  <a:pt x="63500" y="42333"/>
                </a:lnTo>
                <a:cubicBezTo>
                  <a:pt x="69354" y="42333"/>
                  <a:pt x="74083" y="37604"/>
                  <a:pt x="74083" y="31750"/>
                </a:cubicBezTo>
                <a:cubicBezTo>
                  <a:pt x="74083" y="25896"/>
                  <a:pt x="69354" y="21167"/>
                  <a:pt x="63500" y="21167"/>
                </a:cubicBezTo>
                <a:lnTo>
                  <a:pt x="31750" y="21167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78757" y="1608246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77885" y="1947548"/>
            <a:ext cx="6974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包装模糊/无条形码/散装食品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9000" y="3712636"/>
            <a:ext cx="7154333" cy="1058333"/>
          </a:xfrm>
          <a:custGeom>
            <a:avLst/>
            <a:gdLst/>
            <a:ahLst/>
            <a:cxnLst/>
            <a:rect l="l" t="t" r="r" b="b"/>
            <a:pathLst>
              <a:path w="7154333" h="1058333">
                <a:moveTo>
                  <a:pt x="127000" y="0"/>
                </a:moveTo>
                <a:lnTo>
                  <a:pt x="7027333" y="0"/>
                </a:lnTo>
                <a:cubicBezTo>
                  <a:pt x="7097427" y="0"/>
                  <a:pt x="7154333" y="56907"/>
                  <a:pt x="7154333" y="127000"/>
                </a:cubicBezTo>
                <a:lnTo>
                  <a:pt x="7154333" y="931333"/>
                </a:lnTo>
                <a:cubicBezTo>
                  <a:pt x="7154333" y="1001427"/>
                  <a:pt x="7097427" y="1058333"/>
                  <a:pt x="7027333" y="1058333"/>
                </a:cubicBezTo>
                <a:lnTo>
                  <a:pt x="127000" y="1058333"/>
                </a:lnTo>
                <a:cubicBezTo>
                  <a:pt x="56907" y="1058333"/>
                  <a:pt x="0" y="1001427"/>
                  <a:pt x="0" y="9313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01922" y="237067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4252" y="12005"/>
                </a:moveTo>
                <a:cubicBezTo>
                  <a:pt x="47857" y="14519"/>
                  <a:pt x="48716" y="19480"/>
                  <a:pt x="46203" y="23052"/>
                </a:cubicBezTo>
                <a:lnTo>
                  <a:pt x="27682" y="49510"/>
                </a:lnTo>
                <a:cubicBezTo>
                  <a:pt x="26326" y="51428"/>
                  <a:pt x="24209" y="52652"/>
                  <a:pt x="21861" y="52851"/>
                </a:cubicBezTo>
                <a:cubicBezTo>
                  <a:pt x="19513" y="53049"/>
                  <a:pt x="17198" y="52255"/>
                  <a:pt x="15544" y="50602"/>
                </a:cubicBezTo>
                <a:lnTo>
                  <a:pt x="2315" y="37372"/>
                </a:lnTo>
                <a:cubicBezTo>
                  <a:pt x="-761" y="34264"/>
                  <a:pt x="-761" y="29236"/>
                  <a:pt x="2315" y="26128"/>
                </a:cubicBezTo>
                <a:cubicBezTo>
                  <a:pt x="5391" y="23019"/>
                  <a:pt x="10451" y="23052"/>
                  <a:pt x="13560" y="26128"/>
                </a:cubicBezTo>
                <a:lnTo>
                  <a:pt x="20108" y="32676"/>
                </a:lnTo>
                <a:lnTo>
                  <a:pt x="33205" y="13957"/>
                </a:lnTo>
                <a:cubicBezTo>
                  <a:pt x="35719" y="10352"/>
                  <a:pt x="40680" y="9492"/>
                  <a:pt x="44252" y="12005"/>
                </a:cubicBezTo>
                <a:close/>
                <a:moveTo>
                  <a:pt x="44252" y="64922"/>
                </a:moveTo>
                <a:cubicBezTo>
                  <a:pt x="47857" y="67436"/>
                  <a:pt x="48716" y="72397"/>
                  <a:pt x="46203" y="75968"/>
                </a:cubicBezTo>
                <a:lnTo>
                  <a:pt x="27682" y="102427"/>
                </a:lnTo>
                <a:cubicBezTo>
                  <a:pt x="26326" y="104345"/>
                  <a:pt x="24209" y="105569"/>
                  <a:pt x="21861" y="105767"/>
                </a:cubicBezTo>
                <a:cubicBezTo>
                  <a:pt x="19513" y="105966"/>
                  <a:pt x="17198" y="105172"/>
                  <a:pt x="15544" y="103518"/>
                </a:cubicBezTo>
                <a:lnTo>
                  <a:pt x="2315" y="90289"/>
                </a:lnTo>
                <a:cubicBezTo>
                  <a:pt x="-794" y="87180"/>
                  <a:pt x="-794" y="82153"/>
                  <a:pt x="2315" y="79077"/>
                </a:cubicBezTo>
                <a:cubicBezTo>
                  <a:pt x="5424" y="76002"/>
                  <a:pt x="10451" y="75968"/>
                  <a:pt x="13527" y="79077"/>
                </a:cubicBezTo>
                <a:lnTo>
                  <a:pt x="20075" y="85626"/>
                </a:lnTo>
                <a:lnTo>
                  <a:pt x="33172" y="66907"/>
                </a:lnTo>
                <a:cubicBezTo>
                  <a:pt x="35686" y="63302"/>
                  <a:pt x="40647" y="62442"/>
                  <a:pt x="44218" y="64955"/>
                </a:cubicBezTo>
                <a:close/>
                <a:moveTo>
                  <a:pt x="74083" y="31750"/>
                </a:moveTo>
                <a:cubicBezTo>
                  <a:pt x="74083" y="25896"/>
                  <a:pt x="78813" y="21167"/>
                  <a:pt x="84667" y="21167"/>
                </a:cubicBezTo>
                <a:lnTo>
                  <a:pt x="158750" y="21167"/>
                </a:lnTo>
                <a:cubicBezTo>
                  <a:pt x="164604" y="21167"/>
                  <a:pt x="169333" y="25896"/>
                  <a:pt x="169333" y="31750"/>
                </a:cubicBezTo>
                <a:cubicBezTo>
                  <a:pt x="169333" y="37604"/>
                  <a:pt x="164604" y="42333"/>
                  <a:pt x="158750" y="42333"/>
                </a:cubicBezTo>
                <a:lnTo>
                  <a:pt x="84667" y="42333"/>
                </a:lnTo>
                <a:cubicBezTo>
                  <a:pt x="78813" y="42333"/>
                  <a:pt x="74083" y="37604"/>
                  <a:pt x="74083" y="31750"/>
                </a:cubicBezTo>
                <a:close/>
                <a:moveTo>
                  <a:pt x="74083" y="84667"/>
                </a:moveTo>
                <a:cubicBezTo>
                  <a:pt x="74083" y="78813"/>
                  <a:pt x="78813" y="74083"/>
                  <a:pt x="84667" y="74083"/>
                </a:cubicBezTo>
                <a:lnTo>
                  <a:pt x="158750" y="74083"/>
                </a:lnTo>
                <a:cubicBezTo>
                  <a:pt x="164604" y="74083"/>
                  <a:pt x="169333" y="78813"/>
                  <a:pt x="169333" y="84667"/>
                </a:cubicBezTo>
                <a:cubicBezTo>
                  <a:pt x="169333" y="90521"/>
                  <a:pt x="164604" y="95250"/>
                  <a:pt x="158750" y="95250"/>
                </a:cubicBezTo>
                <a:lnTo>
                  <a:pt x="84667" y="95250"/>
                </a:lnTo>
                <a:cubicBezTo>
                  <a:pt x="78813" y="95250"/>
                  <a:pt x="74083" y="90521"/>
                  <a:pt x="74083" y="84667"/>
                </a:cubicBezTo>
                <a:close/>
                <a:moveTo>
                  <a:pt x="52917" y="137583"/>
                </a:moveTo>
                <a:cubicBezTo>
                  <a:pt x="52917" y="131729"/>
                  <a:pt x="57646" y="127000"/>
                  <a:pt x="63500" y="127000"/>
                </a:cubicBezTo>
                <a:lnTo>
                  <a:pt x="158750" y="127000"/>
                </a:lnTo>
                <a:cubicBezTo>
                  <a:pt x="164604" y="127000"/>
                  <a:pt x="169333" y="131729"/>
                  <a:pt x="169333" y="137583"/>
                </a:cubicBezTo>
                <a:cubicBezTo>
                  <a:pt x="169333" y="143437"/>
                  <a:pt x="164604" y="148167"/>
                  <a:pt x="158750" y="148167"/>
                </a:cubicBezTo>
                <a:lnTo>
                  <a:pt x="63500" y="148167"/>
                </a:lnTo>
                <a:cubicBezTo>
                  <a:pt x="57646" y="148167"/>
                  <a:pt x="52917" y="143437"/>
                  <a:pt x="52917" y="137583"/>
                </a:cubicBezTo>
                <a:close/>
                <a:moveTo>
                  <a:pt x="21167" y="124354"/>
                </a:moveTo>
                <a:cubicBezTo>
                  <a:pt x="28468" y="124354"/>
                  <a:pt x="34396" y="130282"/>
                  <a:pt x="34396" y="137583"/>
                </a:cubicBezTo>
                <a:cubicBezTo>
                  <a:pt x="34396" y="144885"/>
                  <a:pt x="28468" y="150813"/>
                  <a:pt x="21167" y="150813"/>
                </a:cubicBezTo>
                <a:cubicBezTo>
                  <a:pt x="13865" y="150813"/>
                  <a:pt x="7938" y="144885"/>
                  <a:pt x="7938" y="137583"/>
                </a:cubicBezTo>
                <a:cubicBezTo>
                  <a:pt x="7938" y="130282"/>
                  <a:pt x="13865" y="124354"/>
                  <a:pt x="21167" y="124354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805757" y="2285791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填写字段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35683" y="269663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805333" y="2612393"/>
            <a:ext cx="666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物品名称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909531" y="256963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131252" y="2540003"/>
            <a:ext cx="666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生产日期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35683" y="303509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46913" y="2950848"/>
            <a:ext cx="666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过期日期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909531" y="295063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131252" y="2950848"/>
            <a:ext cx="370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品牌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77885" y="3451225"/>
            <a:ext cx="6750685" cy="3827145"/>
          </a:xfrm>
          <a:custGeom>
            <a:avLst/>
            <a:gdLst/>
            <a:ahLst/>
            <a:cxnLst/>
            <a:rect l="l" t="t" r="r" b="b"/>
            <a:pathLst>
              <a:path w="7535333" h="3746500">
                <a:moveTo>
                  <a:pt x="84667" y="0"/>
                </a:moveTo>
                <a:lnTo>
                  <a:pt x="7365992" y="0"/>
                </a:lnTo>
                <a:cubicBezTo>
                  <a:pt x="7459516" y="0"/>
                  <a:pt x="7535333" y="75817"/>
                  <a:pt x="7535333" y="169342"/>
                </a:cubicBezTo>
                <a:lnTo>
                  <a:pt x="7535333" y="3577158"/>
                </a:lnTo>
                <a:cubicBezTo>
                  <a:pt x="7535333" y="3670683"/>
                  <a:pt x="7459516" y="3746500"/>
                  <a:pt x="7365992" y="3746500"/>
                </a:cubicBezTo>
                <a:lnTo>
                  <a:pt x="84667" y="3746500"/>
                </a:lnTo>
                <a:cubicBezTo>
                  <a:pt x="37907" y="3746500"/>
                  <a:pt x="0" y="3708593"/>
                  <a:pt x="0" y="36618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288655" y="3451225"/>
            <a:ext cx="76200" cy="2379980"/>
          </a:xfrm>
          <a:custGeom>
            <a:avLst/>
            <a:gdLst/>
            <a:ahLst/>
            <a:cxnLst/>
            <a:rect l="l" t="t" r="r" b="b"/>
            <a:pathLst>
              <a:path w="84667" h="3746500">
                <a:moveTo>
                  <a:pt x="84667" y="0"/>
                </a:moveTo>
                <a:lnTo>
                  <a:pt x="84667" y="0"/>
                </a:lnTo>
                <a:lnTo>
                  <a:pt x="84667" y="3746500"/>
                </a:lnTo>
                <a:lnTo>
                  <a:pt x="84667" y="3746500"/>
                </a:lnTo>
                <a:cubicBezTo>
                  <a:pt x="37907" y="3746500"/>
                  <a:pt x="0" y="3708593"/>
                  <a:pt x="0" y="36618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61705" y="345884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08788" y="3458846"/>
            <a:ext cx="6138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②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000" y="3543089"/>
            <a:ext cx="1375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拍照扫条形码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09000" y="6608232"/>
            <a:ext cx="7154333" cy="804333"/>
          </a:xfrm>
          <a:custGeom>
            <a:avLst/>
            <a:gdLst/>
            <a:ahLst/>
            <a:cxnLst/>
            <a:rect l="l" t="t" r="r" b="b"/>
            <a:pathLst>
              <a:path w="7154333" h="804333">
                <a:moveTo>
                  <a:pt x="126996" y="0"/>
                </a:moveTo>
                <a:lnTo>
                  <a:pt x="7027337" y="0"/>
                </a:lnTo>
                <a:cubicBezTo>
                  <a:pt x="7097475" y="0"/>
                  <a:pt x="7154333" y="56858"/>
                  <a:pt x="7154333" y="126996"/>
                </a:cubicBezTo>
                <a:lnTo>
                  <a:pt x="7154333" y="677337"/>
                </a:lnTo>
                <a:cubicBezTo>
                  <a:pt x="7154333" y="747475"/>
                  <a:pt x="7097475" y="804333"/>
                  <a:pt x="7027337" y="804333"/>
                </a:cubicBezTo>
                <a:lnTo>
                  <a:pt x="126996" y="804333"/>
                </a:lnTo>
                <a:cubicBezTo>
                  <a:pt x="56858" y="804333"/>
                  <a:pt x="0" y="747475"/>
                  <a:pt x="0" y="677337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667962" y="422042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9312" y="21431"/>
                </a:moveTo>
                <a:lnTo>
                  <a:pt x="45872" y="31750"/>
                </a:lnTo>
                <a:lnTo>
                  <a:pt x="21167" y="31750"/>
                </a:lnTo>
                <a:cubicBezTo>
                  <a:pt x="9492" y="31750"/>
                  <a:pt x="0" y="41242"/>
                  <a:pt x="0" y="529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48167" y="158750"/>
                </a:lnTo>
                <a:cubicBezTo>
                  <a:pt x="159841" y="158750"/>
                  <a:pt x="169333" y="149258"/>
                  <a:pt x="169333" y="137583"/>
                </a:cubicBezTo>
                <a:lnTo>
                  <a:pt x="169333" y="52917"/>
                </a:lnTo>
                <a:cubicBezTo>
                  <a:pt x="169333" y="41242"/>
                  <a:pt x="159841" y="31750"/>
                  <a:pt x="148167" y="31750"/>
                </a:cubicBezTo>
                <a:lnTo>
                  <a:pt x="123461" y="31750"/>
                </a:lnTo>
                <a:lnTo>
                  <a:pt x="120022" y="21431"/>
                </a:lnTo>
                <a:cubicBezTo>
                  <a:pt x="117872" y="14949"/>
                  <a:pt x="111820" y="10583"/>
                  <a:pt x="104973" y="10583"/>
                </a:cubicBezTo>
                <a:lnTo>
                  <a:pt x="64360" y="10583"/>
                </a:lnTo>
                <a:cubicBezTo>
                  <a:pt x="57514" y="10583"/>
                  <a:pt x="51461" y="14949"/>
                  <a:pt x="49312" y="21431"/>
                </a:cubicBezTo>
                <a:close/>
                <a:moveTo>
                  <a:pt x="84667" y="63500"/>
                </a:moveTo>
                <a:cubicBezTo>
                  <a:pt x="102190" y="63500"/>
                  <a:pt x="116417" y="77727"/>
                  <a:pt x="116417" y="95250"/>
                </a:cubicBezTo>
                <a:cubicBezTo>
                  <a:pt x="116417" y="112773"/>
                  <a:pt x="102190" y="127000"/>
                  <a:pt x="84667" y="127000"/>
                </a:cubicBezTo>
                <a:cubicBezTo>
                  <a:pt x="67143" y="127000"/>
                  <a:pt x="52917" y="112773"/>
                  <a:pt x="52917" y="95250"/>
                </a:cubicBezTo>
                <a:cubicBezTo>
                  <a:pt x="52917" y="77727"/>
                  <a:pt x="67143" y="63500"/>
                  <a:pt x="84667" y="6350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836872" y="4135542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09000" y="4431664"/>
            <a:ext cx="6974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超市采购/带包装食品/快速录入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77885" y="5520055"/>
            <a:ext cx="6459220" cy="1083310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126994" y="0"/>
                </a:moveTo>
                <a:lnTo>
                  <a:pt x="7027339" y="0"/>
                </a:lnTo>
                <a:cubicBezTo>
                  <a:pt x="7097476" y="0"/>
                  <a:pt x="7154333" y="56857"/>
                  <a:pt x="7154333" y="126994"/>
                </a:cubicBezTo>
                <a:lnTo>
                  <a:pt x="7154333" y="1185339"/>
                </a:lnTo>
                <a:cubicBezTo>
                  <a:pt x="7154333" y="1255476"/>
                  <a:pt x="7097476" y="1312333"/>
                  <a:pt x="7027339" y="1312333"/>
                </a:cubicBezTo>
                <a:lnTo>
                  <a:pt x="126994" y="1312333"/>
                </a:lnTo>
                <a:cubicBezTo>
                  <a:pt x="56857" y="1312333"/>
                  <a:pt x="0" y="1255476"/>
                  <a:pt x="0" y="1185339"/>
                </a:cubicBezTo>
                <a:lnTo>
                  <a:pt x="0" y="126994"/>
                </a:lnTo>
                <a:cubicBezTo>
                  <a:pt x="0" y="56857"/>
                  <a:pt x="56857" y="0"/>
                  <a:pt x="126994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646372" y="472778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31796" y="4035"/>
                </a:moveTo>
                <a:lnTo>
                  <a:pt x="102625" y="33205"/>
                </a:lnTo>
                <a:lnTo>
                  <a:pt x="136128" y="66708"/>
                </a:lnTo>
                <a:lnTo>
                  <a:pt x="165298" y="37538"/>
                </a:lnTo>
                <a:cubicBezTo>
                  <a:pt x="167878" y="34925"/>
                  <a:pt x="169333" y="31419"/>
                  <a:pt x="169333" y="27781"/>
                </a:cubicBezTo>
                <a:cubicBezTo>
                  <a:pt x="169333" y="24143"/>
                  <a:pt x="167878" y="20638"/>
                  <a:pt x="165298" y="18025"/>
                </a:cubicBezTo>
                <a:lnTo>
                  <a:pt x="151309" y="4035"/>
                </a:lnTo>
                <a:cubicBezTo>
                  <a:pt x="148696" y="1455"/>
                  <a:pt x="145190" y="0"/>
                  <a:pt x="141552" y="0"/>
                </a:cubicBezTo>
                <a:cubicBezTo>
                  <a:pt x="137914" y="0"/>
                  <a:pt x="134408" y="1455"/>
                  <a:pt x="131796" y="4035"/>
                </a:cubicBezTo>
                <a:close/>
                <a:moveTo>
                  <a:pt x="91414" y="44417"/>
                </a:moveTo>
                <a:lnTo>
                  <a:pt x="4035" y="131796"/>
                </a:lnTo>
                <a:cubicBezTo>
                  <a:pt x="1455" y="134408"/>
                  <a:pt x="0" y="137914"/>
                  <a:pt x="0" y="141552"/>
                </a:cubicBezTo>
                <a:cubicBezTo>
                  <a:pt x="0" y="145190"/>
                  <a:pt x="1455" y="148696"/>
                  <a:pt x="4035" y="151309"/>
                </a:cubicBezTo>
                <a:lnTo>
                  <a:pt x="18025" y="165298"/>
                </a:lnTo>
                <a:cubicBezTo>
                  <a:pt x="20638" y="167878"/>
                  <a:pt x="24143" y="169333"/>
                  <a:pt x="27781" y="169333"/>
                </a:cubicBezTo>
                <a:cubicBezTo>
                  <a:pt x="31419" y="169333"/>
                  <a:pt x="34925" y="167878"/>
                  <a:pt x="37538" y="165298"/>
                </a:cubicBezTo>
                <a:lnTo>
                  <a:pt x="124916" y="77920"/>
                </a:lnTo>
                <a:lnTo>
                  <a:pt x="91414" y="44417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847667" y="4642907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AI识别能力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659813" y="494008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858038" y="4897119"/>
            <a:ext cx="1259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自动识别商品信息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678228" y="522329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858038" y="5202554"/>
            <a:ext cx="1111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智能提取保质期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645843" y="545697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805333" y="5414009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自动填充表单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7545" y="5796280"/>
            <a:ext cx="76200" cy="1940560"/>
          </a:xfrm>
          <a:custGeom>
            <a:avLst/>
            <a:gdLst/>
            <a:ahLst/>
            <a:cxnLst/>
            <a:rect l="l" t="t" r="r" b="b"/>
            <a:pathLst>
              <a:path w="84667" h="3746500">
                <a:moveTo>
                  <a:pt x="84667" y="0"/>
                </a:moveTo>
                <a:lnTo>
                  <a:pt x="84667" y="0"/>
                </a:lnTo>
                <a:lnTo>
                  <a:pt x="84667" y="3746500"/>
                </a:lnTo>
                <a:lnTo>
                  <a:pt x="84667" y="3746500"/>
                </a:lnTo>
                <a:cubicBezTo>
                  <a:pt x="37907" y="3746500"/>
                  <a:pt x="0" y="3708593"/>
                  <a:pt x="0" y="36618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601710" y="562610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529743" y="5692782"/>
            <a:ext cx="6138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③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75115" y="5793536"/>
            <a:ext cx="1375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文档批量导入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561705" y="6197394"/>
            <a:ext cx="7154333" cy="804333"/>
          </a:xfrm>
          <a:custGeom>
            <a:avLst/>
            <a:gdLst/>
            <a:ahLst/>
            <a:cxnLst/>
            <a:rect l="l" t="t" r="r" b="b"/>
            <a:pathLst>
              <a:path w="7154333" h="804333">
                <a:moveTo>
                  <a:pt x="126996" y="0"/>
                </a:moveTo>
                <a:lnTo>
                  <a:pt x="7027337" y="0"/>
                </a:lnTo>
                <a:cubicBezTo>
                  <a:pt x="7097475" y="0"/>
                  <a:pt x="7154333" y="56858"/>
                  <a:pt x="7154333" y="126996"/>
                </a:cubicBezTo>
                <a:lnTo>
                  <a:pt x="7154333" y="677337"/>
                </a:lnTo>
                <a:cubicBezTo>
                  <a:pt x="7154333" y="747475"/>
                  <a:pt x="7097475" y="804333"/>
                  <a:pt x="7027337" y="804333"/>
                </a:cubicBezTo>
                <a:lnTo>
                  <a:pt x="126996" y="804333"/>
                </a:lnTo>
                <a:cubicBezTo>
                  <a:pt x="56858" y="804333"/>
                  <a:pt x="0" y="747475"/>
                  <a:pt x="0" y="677337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8805333" y="6282272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21167" y="0"/>
                </a:moveTo>
                <a:cubicBezTo>
                  <a:pt x="9492" y="0"/>
                  <a:pt x="0" y="9492"/>
                  <a:pt x="0" y="21167"/>
                </a:cubicBezTo>
                <a:lnTo>
                  <a:pt x="0" y="100542"/>
                </a:lnTo>
                <a:lnTo>
                  <a:pt x="60226" y="100542"/>
                </a:lnTo>
                <a:lnTo>
                  <a:pt x="49973" y="90289"/>
                </a:lnTo>
                <a:cubicBezTo>
                  <a:pt x="46864" y="87180"/>
                  <a:pt x="46864" y="82153"/>
                  <a:pt x="49973" y="79077"/>
                </a:cubicBezTo>
                <a:cubicBezTo>
                  <a:pt x="53082" y="76002"/>
                  <a:pt x="58109" y="75968"/>
                  <a:pt x="61185" y="79077"/>
                </a:cubicBezTo>
                <a:lnTo>
                  <a:pt x="84997" y="102890"/>
                </a:lnTo>
                <a:cubicBezTo>
                  <a:pt x="88106" y="105999"/>
                  <a:pt x="88106" y="111026"/>
                  <a:pt x="84997" y="114102"/>
                </a:cubicBezTo>
                <a:lnTo>
                  <a:pt x="61185" y="137914"/>
                </a:lnTo>
                <a:cubicBezTo>
                  <a:pt x="58076" y="141023"/>
                  <a:pt x="53049" y="141023"/>
                  <a:pt x="49973" y="137914"/>
                </a:cubicBezTo>
                <a:cubicBezTo>
                  <a:pt x="46897" y="134805"/>
                  <a:pt x="46864" y="129778"/>
                  <a:pt x="49973" y="126702"/>
                </a:cubicBezTo>
                <a:lnTo>
                  <a:pt x="60226" y="116450"/>
                </a:lnTo>
                <a:lnTo>
                  <a:pt x="0" y="116450"/>
                </a:lnTo>
                <a:lnTo>
                  <a:pt x="0" y="148200"/>
                </a:lnTo>
                <a:cubicBezTo>
                  <a:pt x="0" y="159874"/>
                  <a:pt x="9492" y="169366"/>
                  <a:pt x="21167" y="169366"/>
                </a:cubicBezTo>
                <a:lnTo>
                  <a:pt x="105833" y="169366"/>
                </a:lnTo>
                <a:cubicBezTo>
                  <a:pt x="117508" y="169366"/>
                  <a:pt x="127000" y="159874"/>
                  <a:pt x="127000" y="148200"/>
                </a:cubicBezTo>
                <a:lnTo>
                  <a:pt x="127000" y="56422"/>
                </a:lnTo>
                <a:cubicBezTo>
                  <a:pt x="127000" y="50800"/>
                  <a:pt x="124784" y="45409"/>
                  <a:pt x="120815" y="41440"/>
                </a:cubicBezTo>
                <a:lnTo>
                  <a:pt x="85560" y="6185"/>
                </a:lnTo>
                <a:cubicBezTo>
                  <a:pt x="81591" y="2216"/>
                  <a:pt x="76233" y="0"/>
                  <a:pt x="70611" y="0"/>
                </a:cubicBezTo>
                <a:lnTo>
                  <a:pt x="21167" y="0"/>
                </a:lnTo>
                <a:close/>
                <a:moveTo>
                  <a:pt x="107652" y="58208"/>
                </a:moveTo>
                <a:lnTo>
                  <a:pt x="76729" y="58208"/>
                </a:lnTo>
                <a:cubicBezTo>
                  <a:pt x="72330" y="58208"/>
                  <a:pt x="68792" y="54670"/>
                  <a:pt x="68792" y="50271"/>
                </a:cubicBezTo>
                <a:lnTo>
                  <a:pt x="68792" y="19348"/>
                </a:lnTo>
                <a:lnTo>
                  <a:pt x="107652" y="58208"/>
                </a:ln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8942917" y="6197394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858250" y="6524630"/>
            <a:ext cx="6974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批量采购/库存盘点/企业使用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509000" y="6524419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126994" y="0"/>
                </a:moveTo>
                <a:lnTo>
                  <a:pt x="7027339" y="0"/>
                </a:lnTo>
                <a:cubicBezTo>
                  <a:pt x="7097476" y="0"/>
                  <a:pt x="7154333" y="56857"/>
                  <a:pt x="7154333" y="126994"/>
                </a:cubicBezTo>
                <a:lnTo>
                  <a:pt x="7154333" y="1185339"/>
                </a:lnTo>
                <a:cubicBezTo>
                  <a:pt x="7154333" y="1255476"/>
                  <a:pt x="7097476" y="1312333"/>
                  <a:pt x="7027339" y="1312333"/>
                </a:cubicBezTo>
                <a:lnTo>
                  <a:pt x="126994" y="1312333"/>
                </a:lnTo>
                <a:cubicBezTo>
                  <a:pt x="56857" y="1312333"/>
                  <a:pt x="0" y="1255476"/>
                  <a:pt x="0" y="1185339"/>
                </a:cubicBezTo>
                <a:lnTo>
                  <a:pt x="0" y="126994"/>
                </a:lnTo>
                <a:cubicBezTo>
                  <a:pt x="0" y="56857"/>
                  <a:pt x="56857" y="0"/>
                  <a:pt x="126994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8789670" y="652484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4667" y="10583"/>
                </a:moveTo>
                <a:cubicBezTo>
                  <a:pt x="84667" y="4729"/>
                  <a:pt x="79937" y="0"/>
                  <a:pt x="74083" y="0"/>
                </a:cubicBezTo>
                <a:cubicBezTo>
                  <a:pt x="68229" y="0"/>
                  <a:pt x="63500" y="4729"/>
                  <a:pt x="63500" y="10583"/>
                </a:cubicBezTo>
                <a:lnTo>
                  <a:pt x="63500" y="80268"/>
                </a:lnTo>
                <a:lnTo>
                  <a:pt x="49808" y="66576"/>
                </a:lnTo>
                <a:cubicBezTo>
                  <a:pt x="45674" y="62442"/>
                  <a:pt x="38960" y="62442"/>
                  <a:pt x="34826" y="66576"/>
                </a:cubicBezTo>
                <a:cubicBezTo>
                  <a:pt x="30692" y="70710"/>
                  <a:pt x="30692" y="77424"/>
                  <a:pt x="34826" y="81558"/>
                </a:cubicBezTo>
                <a:lnTo>
                  <a:pt x="66576" y="113308"/>
                </a:lnTo>
                <a:cubicBezTo>
                  <a:pt x="70710" y="117442"/>
                  <a:pt x="77424" y="117442"/>
                  <a:pt x="81558" y="113308"/>
                </a:cubicBezTo>
                <a:lnTo>
                  <a:pt x="113308" y="81558"/>
                </a:lnTo>
                <a:cubicBezTo>
                  <a:pt x="117442" y="77424"/>
                  <a:pt x="117442" y="70710"/>
                  <a:pt x="113308" y="66576"/>
                </a:cubicBezTo>
                <a:cubicBezTo>
                  <a:pt x="109174" y="62442"/>
                  <a:pt x="102460" y="62442"/>
                  <a:pt x="98326" y="66576"/>
                </a:cubicBezTo>
                <a:lnTo>
                  <a:pt x="84667" y="80268"/>
                </a:lnTo>
                <a:lnTo>
                  <a:pt x="84667" y="10583"/>
                </a:lnTo>
                <a:close/>
                <a:moveTo>
                  <a:pt x="21167" y="105833"/>
                </a:moveTo>
                <a:cubicBezTo>
                  <a:pt x="9492" y="105833"/>
                  <a:pt x="0" y="115325"/>
                  <a:pt x="0" y="127000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27000"/>
                </a:lnTo>
                <a:cubicBezTo>
                  <a:pt x="148167" y="115325"/>
                  <a:pt x="138675" y="105833"/>
                  <a:pt x="127000" y="105833"/>
                </a:cubicBezTo>
                <a:lnTo>
                  <a:pt x="111489" y="105833"/>
                </a:lnTo>
                <a:lnTo>
                  <a:pt x="92770" y="124553"/>
                </a:lnTo>
                <a:cubicBezTo>
                  <a:pt x="82451" y="134871"/>
                  <a:pt x="65683" y="134871"/>
                  <a:pt x="55364" y="124553"/>
                </a:cubicBezTo>
                <a:lnTo>
                  <a:pt x="36678" y="105833"/>
                </a:lnTo>
                <a:lnTo>
                  <a:pt x="21167" y="105833"/>
                </a:lnTo>
                <a:close/>
                <a:moveTo>
                  <a:pt x="121708" y="124354"/>
                </a:moveTo>
                <a:cubicBezTo>
                  <a:pt x="126089" y="124354"/>
                  <a:pt x="129646" y="127911"/>
                  <a:pt x="129646" y="132292"/>
                </a:cubicBezTo>
                <a:cubicBezTo>
                  <a:pt x="129646" y="136672"/>
                  <a:pt x="126089" y="140229"/>
                  <a:pt x="121708" y="140229"/>
                </a:cubicBezTo>
                <a:cubicBezTo>
                  <a:pt x="117328" y="140229"/>
                  <a:pt x="113771" y="136672"/>
                  <a:pt x="113771" y="132292"/>
                </a:cubicBezTo>
                <a:cubicBezTo>
                  <a:pt x="113771" y="127911"/>
                  <a:pt x="117328" y="124354"/>
                  <a:pt x="121708" y="124354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8979747" y="6481239"/>
            <a:ext cx="6773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导入流程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771255" y="6790695"/>
            <a:ext cx="222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①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932545" y="6790060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下载模板填写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742045" y="7066920"/>
            <a:ext cx="222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942705" y="7066920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微信选取文件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720455" y="7278375"/>
            <a:ext cx="222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③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964295" y="7278375"/>
            <a:ext cx="96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解析确认导入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422698" y="8155096"/>
            <a:ext cx="15409333" cy="550333"/>
          </a:xfrm>
          <a:custGeom>
            <a:avLst/>
            <a:gdLst/>
            <a:ahLst/>
            <a:cxnLst/>
            <a:rect l="l" t="t" r="r" b="b"/>
            <a:pathLst>
              <a:path w="15409333" h="550333">
                <a:moveTo>
                  <a:pt x="127000" y="0"/>
                </a:moveTo>
                <a:lnTo>
                  <a:pt x="15282333" y="0"/>
                </a:lnTo>
                <a:cubicBezTo>
                  <a:pt x="15352473" y="0"/>
                  <a:pt x="15409333" y="56860"/>
                  <a:pt x="15409333" y="127000"/>
                </a:cubicBezTo>
                <a:lnTo>
                  <a:pt x="15409333" y="423333"/>
                </a:lnTo>
                <a:cubicBezTo>
                  <a:pt x="15409333" y="493473"/>
                  <a:pt x="15352473" y="550333"/>
                  <a:pt x="15282333" y="550333"/>
                </a:cubicBezTo>
                <a:lnTo>
                  <a:pt x="127000" y="550333"/>
                </a:lnTo>
                <a:cubicBezTo>
                  <a:pt x="56860" y="550333"/>
                  <a:pt x="0" y="493473"/>
                  <a:pt x="0" y="423333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0000"/>
                </a:srgbClr>
              </a:gs>
              <a:gs pos="50000">
                <a:srgbClr val="FFE955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6609821" y="826093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1369131" y="8155096"/>
            <a:ext cx="14936611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三种录入方式,覆盖99%使用场景,总有一款适合你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592667"/>
          </a:xfrm>
          <a:custGeom>
            <a:avLst/>
            <a:gdLst/>
            <a:ahLst/>
            <a:cxnLst/>
            <a:rect l="l" t="t" r="r" b="b"/>
            <a:pathLst>
              <a:path w="84667" h="592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550333"/>
                </a:lnTo>
                <a:cubicBezTo>
                  <a:pt x="84667" y="573713"/>
                  <a:pt x="65713" y="592667"/>
                  <a:pt x="42333" y="592667"/>
                </a:cubicBezTo>
                <a:lnTo>
                  <a:pt x="42333" y="592667"/>
                </a:lnTo>
                <a:cubicBezTo>
                  <a:pt x="18953" y="592667"/>
                  <a:pt x="0" y="573713"/>
                  <a:pt x="0" y="55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65667"/>
            <a:ext cx="59372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 手动录入页 | 字段拆解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973667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智能表单设计,提升录入效率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14795" y="1619250"/>
            <a:ext cx="9098280" cy="5586730"/>
          </a:xfrm>
          <a:custGeom>
            <a:avLst/>
            <a:gdLst/>
            <a:ahLst/>
            <a:cxnLst/>
            <a:rect l="l" t="t" r="r" b="b"/>
            <a:pathLst>
              <a:path w="9122833" h="3799417">
                <a:moveTo>
                  <a:pt x="84667" y="0"/>
                </a:moveTo>
                <a:lnTo>
                  <a:pt x="8953493" y="0"/>
                </a:lnTo>
                <a:cubicBezTo>
                  <a:pt x="9047017" y="0"/>
                  <a:pt x="9122833" y="75816"/>
                  <a:pt x="9122833" y="169340"/>
                </a:cubicBezTo>
                <a:lnTo>
                  <a:pt x="9122833" y="3630077"/>
                </a:lnTo>
                <a:cubicBezTo>
                  <a:pt x="9122833" y="3723601"/>
                  <a:pt x="9047017" y="3799417"/>
                  <a:pt x="8953493" y="3799417"/>
                </a:cubicBezTo>
                <a:lnTo>
                  <a:pt x="84667" y="3799417"/>
                </a:lnTo>
                <a:cubicBezTo>
                  <a:pt x="37907" y="3799417"/>
                  <a:pt x="0" y="3761510"/>
                  <a:pt x="0" y="371475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629612" y="1619012"/>
            <a:ext cx="84667" cy="3799417"/>
          </a:xfrm>
          <a:custGeom>
            <a:avLst/>
            <a:gdLst/>
            <a:ahLst/>
            <a:cxnLst/>
            <a:rect l="l" t="t" r="r" b="b"/>
            <a:pathLst>
              <a:path w="84667" h="3799417">
                <a:moveTo>
                  <a:pt x="84667" y="0"/>
                </a:moveTo>
                <a:lnTo>
                  <a:pt x="84667" y="0"/>
                </a:lnTo>
                <a:lnTo>
                  <a:pt x="84667" y="3799417"/>
                </a:lnTo>
                <a:lnTo>
                  <a:pt x="84667" y="3799417"/>
                </a:lnTo>
                <a:cubicBezTo>
                  <a:pt x="37907" y="3799417"/>
                  <a:pt x="0" y="3761510"/>
                  <a:pt x="0" y="371475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798734" y="171087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937269" y="1859042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92604" y="0"/>
                </a:moveTo>
                <a:cubicBezTo>
                  <a:pt x="85287" y="0"/>
                  <a:pt x="79375" y="5912"/>
                  <a:pt x="79375" y="13229"/>
                </a:cubicBezTo>
                <a:lnTo>
                  <a:pt x="79375" y="14552"/>
                </a:lnTo>
                <a:cubicBezTo>
                  <a:pt x="49196" y="20671"/>
                  <a:pt x="26458" y="47377"/>
                  <a:pt x="26458" y="79375"/>
                </a:cubicBezTo>
                <a:lnTo>
                  <a:pt x="26458" y="88346"/>
                </a:lnTo>
                <a:cubicBezTo>
                  <a:pt x="26458" y="108231"/>
                  <a:pt x="19678" y="127537"/>
                  <a:pt x="7276" y="143082"/>
                </a:cubicBezTo>
                <a:lnTo>
                  <a:pt x="3225" y="148125"/>
                </a:lnTo>
                <a:cubicBezTo>
                  <a:pt x="1116" y="150730"/>
                  <a:pt x="0" y="153954"/>
                  <a:pt x="0" y="157303"/>
                </a:cubicBezTo>
                <a:cubicBezTo>
                  <a:pt x="0" y="165406"/>
                  <a:pt x="6573" y="171979"/>
                  <a:pt x="14676" y="171979"/>
                </a:cubicBezTo>
                <a:lnTo>
                  <a:pt x="170491" y="171979"/>
                </a:lnTo>
                <a:cubicBezTo>
                  <a:pt x="178594" y="171979"/>
                  <a:pt x="185167" y="165406"/>
                  <a:pt x="185167" y="157303"/>
                </a:cubicBezTo>
                <a:cubicBezTo>
                  <a:pt x="185167" y="153954"/>
                  <a:pt x="184051" y="150730"/>
                  <a:pt x="181942" y="148125"/>
                </a:cubicBezTo>
                <a:lnTo>
                  <a:pt x="177891" y="143082"/>
                </a:lnTo>
                <a:cubicBezTo>
                  <a:pt x="165530" y="127537"/>
                  <a:pt x="158750" y="108231"/>
                  <a:pt x="158750" y="88346"/>
                </a:cubicBezTo>
                <a:lnTo>
                  <a:pt x="158750" y="79375"/>
                </a:lnTo>
                <a:cubicBezTo>
                  <a:pt x="158750" y="47377"/>
                  <a:pt x="136012" y="20671"/>
                  <a:pt x="105833" y="14552"/>
                </a:cubicBezTo>
                <a:lnTo>
                  <a:pt x="105833" y="13229"/>
                </a:lnTo>
                <a:cubicBezTo>
                  <a:pt x="105833" y="5912"/>
                  <a:pt x="99922" y="0"/>
                  <a:pt x="92604" y="0"/>
                </a:cubicBezTo>
                <a:close/>
                <a:moveTo>
                  <a:pt x="66973" y="191823"/>
                </a:moveTo>
                <a:cubicBezTo>
                  <a:pt x="69908" y="203233"/>
                  <a:pt x="80285" y="211667"/>
                  <a:pt x="92604" y="211667"/>
                </a:cubicBezTo>
                <a:cubicBezTo>
                  <a:pt x="104924" y="211667"/>
                  <a:pt x="115300" y="203233"/>
                  <a:pt x="118236" y="191823"/>
                </a:cubicBezTo>
                <a:lnTo>
                  <a:pt x="66973" y="191823"/>
                </a:lnTo>
                <a:close/>
              </a:path>
            </a:pathLst>
          </a:custGeom>
          <a:solidFill>
            <a:srgbClr val="21252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433734" y="1710664"/>
            <a:ext cx="1375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物品提醒设置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25734" y="2319704"/>
            <a:ext cx="8741833" cy="2180167"/>
          </a:xfrm>
          <a:custGeom>
            <a:avLst/>
            <a:gdLst/>
            <a:ahLst/>
            <a:cxnLst/>
            <a:rect l="l" t="t" r="r" b="b"/>
            <a:pathLst>
              <a:path w="8741833" h="2180167">
                <a:moveTo>
                  <a:pt x="126995" y="0"/>
                </a:moveTo>
                <a:lnTo>
                  <a:pt x="8614839" y="0"/>
                </a:lnTo>
                <a:cubicBezTo>
                  <a:pt x="8684976" y="0"/>
                  <a:pt x="8741833" y="56857"/>
                  <a:pt x="8741833" y="126995"/>
                </a:cubicBezTo>
                <a:lnTo>
                  <a:pt x="8741833" y="2053172"/>
                </a:lnTo>
                <a:cubicBezTo>
                  <a:pt x="8741833" y="2123309"/>
                  <a:pt x="8684976" y="2180167"/>
                  <a:pt x="8614839" y="2180167"/>
                </a:cubicBezTo>
                <a:lnTo>
                  <a:pt x="126995" y="2180167"/>
                </a:lnTo>
                <a:cubicBezTo>
                  <a:pt x="56857" y="2180167"/>
                  <a:pt x="0" y="2123309"/>
                  <a:pt x="0" y="2053172"/>
                </a:cubicBezTo>
                <a:lnTo>
                  <a:pt x="0" y="126995"/>
                </a:lnTo>
                <a:cubicBezTo>
                  <a:pt x="0" y="56857"/>
                  <a:pt x="56857" y="0"/>
                  <a:pt x="126995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052945" y="232330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0583" y="21167"/>
                </a:moveTo>
                <a:cubicBezTo>
                  <a:pt x="4729" y="21167"/>
                  <a:pt x="0" y="25896"/>
                  <a:pt x="0" y="31750"/>
                </a:cubicBezTo>
                <a:cubicBezTo>
                  <a:pt x="0" y="37604"/>
                  <a:pt x="4729" y="42333"/>
                  <a:pt x="10583" y="42333"/>
                </a:cubicBezTo>
                <a:lnTo>
                  <a:pt x="39258" y="42333"/>
                </a:lnTo>
                <a:cubicBezTo>
                  <a:pt x="43326" y="51693"/>
                  <a:pt x="52652" y="58208"/>
                  <a:pt x="63500" y="58208"/>
                </a:cubicBezTo>
                <a:cubicBezTo>
                  <a:pt x="74348" y="58208"/>
                  <a:pt x="83674" y="51693"/>
                  <a:pt x="87742" y="42333"/>
                </a:cubicBezTo>
                <a:lnTo>
                  <a:pt x="158750" y="42333"/>
                </a:lnTo>
                <a:cubicBezTo>
                  <a:pt x="164604" y="42333"/>
                  <a:pt x="169333" y="37604"/>
                  <a:pt x="169333" y="31750"/>
                </a:cubicBezTo>
                <a:cubicBezTo>
                  <a:pt x="169333" y="25896"/>
                  <a:pt x="164604" y="21167"/>
                  <a:pt x="158750" y="21167"/>
                </a:cubicBezTo>
                <a:lnTo>
                  <a:pt x="87742" y="21167"/>
                </a:lnTo>
                <a:cubicBezTo>
                  <a:pt x="83674" y="11807"/>
                  <a:pt x="74348" y="5292"/>
                  <a:pt x="63500" y="5292"/>
                </a:cubicBezTo>
                <a:cubicBezTo>
                  <a:pt x="52652" y="5292"/>
                  <a:pt x="43326" y="11807"/>
                  <a:pt x="39258" y="21167"/>
                </a:cubicBezTo>
                <a:lnTo>
                  <a:pt x="10583" y="21167"/>
                </a:lnTo>
                <a:close/>
                <a:moveTo>
                  <a:pt x="10583" y="74083"/>
                </a:move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92174" y="95250"/>
                </a:lnTo>
                <a:cubicBezTo>
                  <a:pt x="96242" y="104610"/>
                  <a:pt x="105569" y="111125"/>
                  <a:pt x="116417" y="111125"/>
                </a:cubicBezTo>
                <a:cubicBezTo>
                  <a:pt x="127265" y="111125"/>
                  <a:pt x="136591" y="104610"/>
                  <a:pt x="140659" y="95250"/>
                </a:cubicBezTo>
                <a:lnTo>
                  <a:pt x="158750" y="95250"/>
                </a:lnTo>
                <a:cubicBezTo>
                  <a:pt x="164604" y="95250"/>
                  <a:pt x="169333" y="90521"/>
                  <a:pt x="169333" y="84667"/>
                </a:cubicBezTo>
                <a:cubicBezTo>
                  <a:pt x="169333" y="78813"/>
                  <a:pt x="164604" y="74083"/>
                  <a:pt x="158750" y="74083"/>
                </a:cubicBezTo>
                <a:lnTo>
                  <a:pt x="140659" y="74083"/>
                </a:lnTo>
                <a:cubicBezTo>
                  <a:pt x="136591" y="64724"/>
                  <a:pt x="127265" y="58208"/>
                  <a:pt x="116417" y="58208"/>
                </a:cubicBezTo>
                <a:cubicBezTo>
                  <a:pt x="105569" y="58208"/>
                  <a:pt x="96242" y="64724"/>
                  <a:pt x="92174" y="74083"/>
                </a:cubicBezTo>
                <a:lnTo>
                  <a:pt x="10583" y="74083"/>
                </a:lnTo>
                <a:close/>
                <a:moveTo>
                  <a:pt x="10583" y="127000"/>
                </a:moveTo>
                <a:cubicBezTo>
                  <a:pt x="4729" y="127000"/>
                  <a:pt x="0" y="131729"/>
                  <a:pt x="0" y="137583"/>
                </a:cubicBezTo>
                <a:cubicBezTo>
                  <a:pt x="0" y="143437"/>
                  <a:pt x="4729" y="148167"/>
                  <a:pt x="10583" y="148167"/>
                </a:cubicBezTo>
                <a:lnTo>
                  <a:pt x="28674" y="148167"/>
                </a:lnTo>
                <a:cubicBezTo>
                  <a:pt x="32742" y="157526"/>
                  <a:pt x="42069" y="164042"/>
                  <a:pt x="52917" y="164042"/>
                </a:cubicBezTo>
                <a:cubicBezTo>
                  <a:pt x="63765" y="164042"/>
                  <a:pt x="73091" y="157526"/>
                  <a:pt x="77159" y="148167"/>
                </a:cubicBezTo>
                <a:lnTo>
                  <a:pt x="158750" y="148167"/>
                </a:lnTo>
                <a:cubicBezTo>
                  <a:pt x="164604" y="148167"/>
                  <a:pt x="169333" y="143437"/>
                  <a:pt x="169333" y="137583"/>
                </a:cubicBezTo>
                <a:cubicBezTo>
                  <a:pt x="169333" y="131729"/>
                  <a:pt x="164604" y="127000"/>
                  <a:pt x="158750" y="127000"/>
                </a:cubicBezTo>
                <a:lnTo>
                  <a:pt x="77159" y="127000"/>
                </a:lnTo>
                <a:cubicBezTo>
                  <a:pt x="73091" y="117640"/>
                  <a:pt x="63765" y="111125"/>
                  <a:pt x="52917" y="111125"/>
                </a:cubicBezTo>
                <a:cubicBezTo>
                  <a:pt x="42069" y="111125"/>
                  <a:pt x="32742" y="117640"/>
                  <a:pt x="28674" y="127000"/>
                </a:cubicBezTo>
                <a:lnTo>
                  <a:pt x="10583" y="127000"/>
                </a:ln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475855" y="2319704"/>
            <a:ext cx="8360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自定义提醒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121948" y="7291337"/>
            <a:ext cx="4127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374967" y="7226567"/>
            <a:ext cx="4127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️</a:t>
            </a:r>
            <a:endParaRPr lang="en-US" sz="1600" dirty="0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780" y="1218565"/>
            <a:ext cx="3508375" cy="776605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"/>
          <a:srcRect t="64951"/>
          <a:stretch>
            <a:fillRect/>
          </a:stretch>
        </p:blipFill>
        <p:spPr>
          <a:xfrm>
            <a:off x="8809355" y="2540000"/>
            <a:ext cx="4761230" cy="36931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592667"/>
          </a:xfrm>
          <a:custGeom>
            <a:avLst/>
            <a:gdLst/>
            <a:ahLst/>
            <a:cxnLst/>
            <a:rect l="l" t="t" r="r" b="b"/>
            <a:pathLst>
              <a:path w="84667" h="592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550333"/>
                </a:lnTo>
                <a:cubicBezTo>
                  <a:pt x="84667" y="573713"/>
                  <a:pt x="65713" y="592667"/>
                  <a:pt x="42333" y="592667"/>
                </a:cubicBezTo>
                <a:lnTo>
                  <a:pt x="42333" y="592667"/>
                </a:lnTo>
                <a:cubicBezTo>
                  <a:pt x="18953" y="592667"/>
                  <a:pt x="0" y="573713"/>
                  <a:pt x="0" y="55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65667"/>
            <a:ext cx="68368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09 文档批量导入 | 200条上限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100667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6.8秒完成200条导入,比单条扫码快27倍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545" y="1608455"/>
            <a:ext cx="6160135" cy="7185660"/>
          </a:xfrm>
          <a:custGeom>
            <a:avLst/>
            <a:gdLst/>
            <a:ahLst/>
            <a:cxnLst/>
            <a:rect l="l" t="t" r="r" b="b"/>
            <a:pathLst>
              <a:path w="7577667" h="9927167">
                <a:moveTo>
                  <a:pt x="84667" y="0"/>
                </a:moveTo>
                <a:lnTo>
                  <a:pt x="7493000" y="0"/>
                </a:lnTo>
                <a:cubicBezTo>
                  <a:pt x="7539760" y="0"/>
                  <a:pt x="7577667" y="37907"/>
                  <a:pt x="7577667" y="84667"/>
                </a:cubicBezTo>
                <a:lnTo>
                  <a:pt x="7577667" y="9757806"/>
                </a:lnTo>
                <a:cubicBezTo>
                  <a:pt x="7577667" y="9851341"/>
                  <a:pt x="7501841" y="9927167"/>
                  <a:pt x="7408306" y="9927167"/>
                </a:cubicBezTo>
                <a:lnTo>
                  <a:pt x="169361" y="9927167"/>
                </a:lnTo>
                <a:cubicBezTo>
                  <a:pt x="75825" y="9927167"/>
                  <a:pt x="0" y="9851341"/>
                  <a:pt x="0" y="9757806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23333" y="1608667"/>
            <a:ext cx="7577667" cy="84667"/>
          </a:xfrm>
          <a:custGeom>
            <a:avLst/>
            <a:gdLst/>
            <a:ahLst/>
            <a:cxnLst/>
            <a:rect l="l" t="t" r="r" b="b"/>
            <a:pathLst>
              <a:path w="7577667" h="84667">
                <a:moveTo>
                  <a:pt x="84667" y="0"/>
                </a:moveTo>
                <a:lnTo>
                  <a:pt x="7493000" y="0"/>
                </a:lnTo>
                <a:cubicBezTo>
                  <a:pt x="7539760" y="0"/>
                  <a:pt x="7577667" y="37907"/>
                  <a:pt x="7577667" y="84667"/>
                </a:cubicBezTo>
                <a:lnTo>
                  <a:pt x="7577667" y="84667"/>
                </a:lnTo>
                <a:lnTo>
                  <a:pt x="0" y="84667"/>
                </a:ln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5000" y="1862667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6083" y="2032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81359" y="132308"/>
                </a:moveTo>
                <a:cubicBezTo>
                  <a:pt x="77688" y="126851"/>
                  <a:pt x="70296" y="125363"/>
                  <a:pt x="64839" y="128984"/>
                </a:cubicBezTo>
                <a:cubicBezTo>
                  <a:pt x="59382" y="132606"/>
                  <a:pt x="57894" y="140047"/>
                  <a:pt x="61516" y="145504"/>
                </a:cubicBezTo>
                <a:lnTo>
                  <a:pt x="80962" y="174625"/>
                </a:lnTo>
                <a:lnTo>
                  <a:pt x="61516" y="203746"/>
                </a:lnTo>
                <a:cubicBezTo>
                  <a:pt x="57845" y="209203"/>
                  <a:pt x="59333" y="216595"/>
                  <a:pt x="64839" y="220266"/>
                </a:cubicBezTo>
                <a:cubicBezTo>
                  <a:pt x="70346" y="223937"/>
                  <a:pt x="77688" y="222448"/>
                  <a:pt x="81359" y="216942"/>
                </a:cubicBezTo>
                <a:lnTo>
                  <a:pt x="95250" y="196106"/>
                </a:lnTo>
                <a:lnTo>
                  <a:pt x="109141" y="216942"/>
                </a:lnTo>
                <a:cubicBezTo>
                  <a:pt x="112812" y="222399"/>
                  <a:pt x="120204" y="223887"/>
                  <a:pt x="125661" y="220266"/>
                </a:cubicBezTo>
                <a:cubicBezTo>
                  <a:pt x="131118" y="216644"/>
                  <a:pt x="132606" y="209203"/>
                  <a:pt x="128984" y="203746"/>
                </a:cubicBezTo>
                <a:lnTo>
                  <a:pt x="109538" y="174625"/>
                </a:lnTo>
                <a:lnTo>
                  <a:pt x="128984" y="145504"/>
                </a:lnTo>
                <a:cubicBezTo>
                  <a:pt x="132655" y="140047"/>
                  <a:pt x="131167" y="132655"/>
                  <a:pt x="125661" y="128984"/>
                </a:cubicBezTo>
                <a:cubicBezTo>
                  <a:pt x="120154" y="125313"/>
                  <a:pt x="112812" y="126802"/>
                  <a:pt x="109141" y="132308"/>
                </a:cubicBezTo>
                <a:lnTo>
                  <a:pt x="95250" y="153144"/>
                </a:lnTo>
                <a:lnTo>
                  <a:pt x="81359" y="13230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54667" y="1989667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导入流程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624243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126995" y="0"/>
                </a:moveTo>
                <a:lnTo>
                  <a:pt x="7027338" y="0"/>
                </a:lnTo>
                <a:cubicBezTo>
                  <a:pt x="7097476" y="0"/>
                  <a:pt x="7154333" y="56858"/>
                  <a:pt x="7154333" y="126995"/>
                </a:cubicBezTo>
                <a:lnTo>
                  <a:pt x="7154333" y="973672"/>
                </a:lnTo>
                <a:cubicBezTo>
                  <a:pt x="7154333" y="1043809"/>
                  <a:pt x="7097476" y="1100667"/>
                  <a:pt x="7027338" y="1100667"/>
                </a:cubicBezTo>
                <a:lnTo>
                  <a:pt x="126995" y="1100667"/>
                </a:lnTo>
                <a:cubicBezTo>
                  <a:pt x="56858" y="1100667"/>
                  <a:pt x="0" y="1043809"/>
                  <a:pt x="0" y="97367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56708" y="270912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5000" y="2776855"/>
            <a:ext cx="51879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0042" y="2709122"/>
            <a:ext cx="857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下载模板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4007" y="2921212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提供标准Excel模板,包含5列必填字段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9410" y="3851275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126995" y="0"/>
                </a:moveTo>
                <a:lnTo>
                  <a:pt x="7027338" y="0"/>
                </a:lnTo>
                <a:cubicBezTo>
                  <a:pt x="7097476" y="0"/>
                  <a:pt x="7154333" y="56858"/>
                  <a:pt x="7154333" y="126995"/>
                </a:cubicBezTo>
                <a:lnTo>
                  <a:pt x="7154333" y="973672"/>
                </a:lnTo>
                <a:cubicBezTo>
                  <a:pt x="7154333" y="1043809"/>
                  <a:pt x="7097476" y="1100667"/>
                  <a:pt x="7027338" y="1100667"/>
                </a:cubicBezTo>
                <a:lnTo>
                  <a:pt x="126995" y="1100667"/>
                </a:lnTo>
                <a:cubicBezTo>
                  <a:pt x="56858" y="1100667"/>
                  <a:pt x="0" y="1043809"/>
                  <a:pt x="0" y="97367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0038" y="330115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1035" y="3364865"/>
            <a:ext cx="518795" cy="360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3372" y="3301153"/>
            <a:ext cx="857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填写信息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3372" y="3597063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按模板格式填写5列信息,保存为Excel文件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9910" y="4757632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126995" y="0"/>
                </a:moveTo>
                <a:lnTo>
                  <a:pt x="7027338" y="0"/>
                </a:lnTo>
                <a:cubicBezTo>
                  <a:pt x="7097476" y="0"/>
                  <a:pt x="7154333" y="56858"/>
                  <a:pt x="7154333" y="126995"/>
                </a:cubicBezTo>
                <a:lnTo>
                  <a:pt x="7154333" y="973672"/>
                </a:lnTo>
                <a:cubicBezTo>
                  <a:pt x="7154333" y="1043809"/>
                  <a:pt x="7097476" y="1100667"/>
                  <a:pt x="7027338" y="1100667"/>
                </a:cubicBezTo>
                <a:lnTo>
                  <a:pt x="126995" y="1100667"/>
                </a:lnTo>
                <a:cubicBezTo>
                  <a:pt x="56858" y="1100667"/>
                  <a:pt x="0" y="1043809"/>
                  <a:pt x="0" y="97367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30038" y="402971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4365" y="3987165"/>
            <a:ext cx="518795" cy="466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0042" y="3987165"/>
            <a:ext cx="857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微信选取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3372" y="4199255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从微信聊天文件中一键选取Excel文件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0038" y="475763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08448" y="4757632"/>
            <a:ext cx="51858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4007" y="4655397"/>
            <a:ext cx="857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解析确认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3372" y="4951942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系统自动解析数据,预览确认后一键导入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66667" y="1862667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E9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651875" y="2032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21252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66455" y="2624455"/>
            <a:ext cx="6149340" cy="3233420"/>
          </a:xfrm>
          <a:custGeom>
            <a:avLst/>
            <a:gdLst/>
            <a:ahLst/>
            <a:cxnLst/>
            <a:rect l="l" t="t" r="r" b="b"/>
            <a:pathLst>
              <a:path w="7154333" h="4804833">
                <a:moveTo>
                  <a:pt x="126992" y="0"/>
                </a:moveTo>
                <a:lnTo>
                  <a:pt x="7027342" y="0"/>
                </a:lnTo>
                <a:cubicBezTo>
                  <a:pt x="7097477" y="0"/>
                  <a:pt x="7154333" y="56856"/>
                  <a:pt x="7154333" y="126992"/>
                </a:cubicBezTo>
                <a:lnTo>
                  <a:pt x="7154333" y="4677842"/>
                </a:lnTo>
                <a:cubicBezTo>
                  <a:pt x="7154333" y="4747977"/>
                  <a:pt x="7097477" y="4804833"/>
                  <a:pt x="7027342" y="4804833"/>
                </a:cubicBezTo>
                <a:lnTo>
                  <a:pt x="126992" y="4804833"/>
                </a:lnTo>
                <a:cubicBezTo>
                  <a:pt x="56856" y="4804833"/>
                  <a:pt x="0" y="4747977"/>
                  <a:pt x="0" y="4677842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F8F9F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25958" y="2921000"/>
            <a:ext cx="6635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批量导入模板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556837" y="6402705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127003" y="0"/>
                </a:moveTo>
                <a:lnTo>
                  <a:pt x="465664" y="0"/>
                </a:lnTo>
                <a:cubicBezTo>
                  <a:pt x="535759" y="0"/>
                  <a:pt x="592667" y="56908"/>
                  <a:pt x="592667" y="127003"/>
                </a:cubicBezTo>
                <a:lnTo>
                  <a:pt x="592667" y="465664"/>
                </a:lnTo>
                <a:cubicBezTo>
                  <a:pt x="592667" y="535759"/>
                  <a:pt x="535759" y="592667"/>
                  <a:pt x="465664" y="592667"/>
                </a:cubicBezTo>
                <a:lnTo>
                  <a:pt x="127003" y="592667"/>
                </a:lnTo>
                <a:cubicBezTo>
                  <a:pt x="56908" y="592667"/>
                  <a:pt x="0" y="535759"/>
                  <a:pt x="0" y="465664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8753475" y="648758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9223163" y="6487795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性能对比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556837" y="7037705"/>
            <a:ext cx="3492500" cy="1016000"/>
          </a:xfrm>
          <a:custGeom>
            <a:avLst/>
            <a:gdLst/>
            <a:ahLst/>
            <a:cxnLst/>
            <a:rect l="l" t="t" r="r" b="b"/>
            <a:pathLst>
              <a:path w="3492500" h="1016000">
                <a:moveTo>
                  <a:pt x="127000" y="0"/>
                </a:moveTo>
                <a:lnTo>
                  <a:pt x="3365500" y="0"/>
                </a:lnTo>
                <a:cubicBezTo>
                  <a:pt x="3435593" y="0"/>
                  <a:pt x="3492500" y="56907"/>
                  <a:pt x="3492500" y="127000"/>
                </a:cubicBezTo>
                <a:lnTo>
                  <a:pt x="3492500" y="889000"/>
                </a:lnTo>
                <a:cubicBezTo>
                  <a:pt x="3492500" y="959093"/>
                  <a:pt x="3435593" y="1016000"/>
                  <a:pt x="3365500" y="1016000"/>
                </a:cubicBezTo>
                <a:lnTo>
                  <a:pt x="127000" y="1016000"/>
                </a:lnTo>
                <a:cubicBezTo>
                  <a:pt x="56907" y="1016000"/>
                  <a:pt x="0" y="959093"/>
                  <a:pt x="0" y="889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8466667" y="7270750"/>
            <a:ext cx="3492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6.8s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646160" y="7630583"/>
            <a:ext cx="3312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200条导入总耗时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2190095" y="7037705"/>
            <a:ext cx="3492500" cy="1016000"/>
          </a:xfrm>
          <a:custGeom>
            <a:avLst/>
            <a:gdLst/>
            <a:ahLst/>
            <a:cxnLst/>
            <a:rect l="l" t="t" r="r" b="b"/>
            <a:pathLst>
              <a:path w="3492500" h="1016000">
                <a:moveTo>
                  <a:pt x="127000" y="0"/>
                </a:moveTo>
                <a:lnTo>
                  <a:pt x="3365500" y="0"/>
                </a:lnTo>
                <a:cubicBezTo>
                  <a:pt x="3435593" y="0"/>
                  <a:pt x="3492500" y="56907"/>
                  <a:pt x="3492500" y="127000"/>
                </a:cubicBezTo>
                <a:lnTo>
                  <a:pt x="3492500" y="889000"/>
                </a:lnTo>
                <a:cubicBezTo>
                  <a:pt x="3492500" y="959093"/>
                  <a:pt x="3435593" y="1016000"/>
                  <a:pt x="3365500" y="1016000"/>
                </a:cubicBezTo>
                <a:lnTo>
                  <a:pt x="127000" y="1016000"/>
                </a:lnTo>
                <a:cubicBezTo>
                  <a:pt x="56907" y="1016000"/>
                  <a:pt x="0" y="959093"/>
                  <a:pt x="0" y="889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12218670" y="7207250"/>
            <a:ext cx="3492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27×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2307993" y="7715038"/>
            <a:ext cx="3312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比单条扫码更快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28262" y="8137948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126994" y="0"/>
                </a:moveTo>
                <a:lnTo>
                  <a:pt x="7027339" y="0"/>
                </a:lnTo>
                <a:cubicBezTo>
                  <a:pt x="7097476" y="0"/>
                  <a:pt x="7154333" y="56857"/>
                  <a:pt x="7154333" y="126994"/>
                </a:cubicBezTo>
                <a:lnTo>
                  <a:pt x="7154333" y="1185339"/>
                </a:lnTo>
                <a:cubicBezTo>
                  <a:pt x="7154333" y="1255476"/>
                  <a:pt x="7097476" y="1312333"/>
                  <a:pt x="7027339" y="1312333"/>
                </a:cubicBezTo>
                <a:lnTo>
                  <a:pt x="126994" y="1312333"/>
                </a:lnTo>
                <a:cubicBezTo>
                  <a:pt x="56857" y="1312333"/>
                  <a:pt x="0" y="1255476"/>
                  <a:pt x="0" y="1185339"/>
                </a:cubicBezTo>
                <a:lnTo>
                  <a:pt x="0" y="126994"/>
                </a:lnTo>
                <a:cubicBezTo>
                  <a:pt x="0" y="56857"/>
                  <a:pt x="56857" y="0"/>
                  <a:pt x="1269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8"/>
          <p:cNvSpPr/>
          <p:nvPr/>
        </p:nvSpPr>
        <p:spPr>
          <a:xfrm>
            <a:off x="8652087" y="8265583"/>
            <a:ext cx="698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726329" y="856234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8975937" y="8582660"/>
            <a:ext cx="131233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单条扫码: 3.5秒/条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652034" y="892175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2"/>
          <p:cNvSpPr/>
          <p:nvPr/>
        </p:nvSpPr>
        <p:spPr>
          <a:xfrm>
            <a:off x="8975937" y="8858250"/>
            <a:ext cx="150283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批量导入: 0.034秒/条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652034" y="9196705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4"/>
          <p:cNvSpPr/>
          <p:nvPr/>
        </p:nvSpPr>
        <p:spPr>
          <a:xfrm>
            <a:off x="8975937" y="9196705"/>
            <a:ext cx="143933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效率提升: 100倍以上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23333" y="11662833"/>
            <a:ext cx="15409333" cy="550333"/>
          </a:xfrm>
          <a:custGeom>
            <a:avLst/>
            <a:gdLst/>
            <a:ahLst/>
            <a:cxnLst/>
            <a:rect l="l" t="t" r="r" b="b"/>
            <a:pathLst>
              <a:path w="15409333" h="550333">
                <a:moveTo>
                  <a:pt x="127000" y="0"/>
                </a:moveTo>
                <a:lnTo>
                  <a:pt x="15282333" y="0"/>
                </a:lnTo>
                <a:cubicBezTo>
                  <a:pt x="15352473" y="0"/>
                  <a:pt x="15409333" y="56860"/>
                  <a:pt x="15409333" y="127000"/>
                </a:cubicBezTo>
                <a:lnTo>
                  <a:pt x="15409333" y="423333"/>
                </a:lnTo>
                <a:cubicBezTo>
                  <a:pt x="15409333" y="493473"/>
                  <a:pt x="15352473" y="550333"/>
                  <a:pt x="15282333" y="550333"/>
                </a:cubicBezTo>
                <a:lnTo>
                  <a:pt x="127000" y="550333"/>
                </a:lnTo>
                <a:cubicBezTo>
                  <a:pt x="56860" y="550333"/>
                  <a:pt x="0" y="493473"/>
                  <a:pt x="0" y="423333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7C160">
                  <a:alpha val="10000"/>
                </a:srgbClr>
              </a:gs>
              <a:gs pos="100000">
                <a:srgbClr val="FFE955">
                  <a:alpha val="10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6"/>
          <p:cNvSpPr/>
          <p:nvPr/>
        </p:nvSpPr>
        <p:spPr>
          <a:xfrm>
            <a:off x="6036336" y="118321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7"/>
          <p:cNvSpPr/>
          <p:nvPr/>
        </p:nvSpPr>
        <p:spPr>
          <a:xfrm>
            <a:off x="816681" y="11789833"/>
            <a:ext cx="14936611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批量导入功能,让大规模库存管理变得轻松高效</a:t>
            </a:r>
            <a:endParaRPr lang="en-US" sz="1600" dirty="0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0470" y="187325"/>
            <a:ext cx="4068445" cy="90093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openlab.citytech.cuny.edu/d06466c2f9c1e746280d6d2b4153ce88e38dbbc6.jpg">
            <a:hlinkClick r:id="rId1" tooltip="" action="ppaction://hlinkfile"/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6283" b="6283"/>
          <a:stretch>
            <a:fillRect/>
          </a:stretch>
        </p:blipFill>
        <p:spPr>
          <a:xfrm>
            <a:off x="0" y="0"/>
            <a:ext cx="16256000" cy="9438571"/>
          </a:xfrm>
          <a:prstGeom prst="roundRect">
            <a:avLst>
              <a:gd name="adj" fmla="val 0"/>
            </a:avLst>
          </a:prstGeom>
        </p:spPr>
      </p:pic>
      <p:grpSp>
        <p:nvGrpSpPr>
          <p:cNvPr id="19" name="组合 18"/>
          <p:cNvGrpSpPr/>
          <p:nvPr/>
        </p:nvGrpSpPr>
        <p:grpSpPr>
          <a:xfrm>
            <a:off x="7339965" y="4445"/>
            <a:ext cx="1574800" cy="1574800"/>
            <a:chOff x="11559" y="7"/>
            <a:chExt cx="2480" cy="2480"/>
          </a:xfrm>
        </p:grpSpPr>
        <p:sp>
          <p:nvSpPr>
            <p:cNvPr id="4" name="Shape 1"/>
            <p:cNvSpPr/>
            <p:nvPr/>
          </p:nvSpPr>
          <p:spPr>
            <a:xfrm>
              <a:off x="11559" y="7"/>
              <a:ext cx="2481" cy="2481"/>
            </a:xfrm>
            <a:custGeom>
              <a:avLst/>
              <a:gdLst/>
              <a:ahLst/>
              <a:cxnLst/>
              <a:rect l="l" t="t" r="r" b="b"/>
              <a:pathLst>
                <a:path w="1575146" h="1575146">
                  <a:moveTo>
                    <a:pt x="295340" y="0"/>
                  </a:moveTo>
                  <a:lnTo>
                    <a:pt x="1279806" y="0"/>
                  </a:lnTo>
                  <a:cubicBezTo>
                    <a:pt x="1442809" y="0"/>
                    <a:pt x="1575146" y="132337"/>
                    <a:pt x="1575146" y="295340"/>
                  </a:cubicBezTo>
                  <a:lnTo>
                    <a:pt x="1575146" y="1279806"/>
                  </a:lnTo>
                  <a:cubicBezTo>
                    <a:pt x="1575146" y="1442809"/>
                    <a:pt x="1442809" y="1575146"/>
                    <a:pt x="1279806" y="1575146"/>
                  </a:cubicBezTo>
                  <a:lnTo>
                    <a:pt x="295340" y="1575146"/>
                  </a:lnTo>
                  <a:cubicBezTo>
                    <a:pt x="132337" y="1575146"/>
                    <a:pt x="0" y="1442809"/>
                    <a:pt x="0" y="1279806"/>
                  </a:cubicBezTo>
                  <a:lnTo>
                    <a:pt x="0" y="295340"/>
                  </a:lnTo>
                  <a:cubicBezTo>
                    <a:pt x="0" y="132337"/>
                    <a:pt x="132337" y="0"/>
                    <a:pt x="29534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7C160"/>
                </a:gs>
                <a:gs pos="100000">
                  <a:srgbClr val="07C160">
                    <a:alpha val="70000"/>
                  </a:srgbClr>
                </a:gs>
              </a:gsLst>
              <a:lin ang="2700000" scaled="1"/>
            </a:gradFill>
            <a:effectLst>
              <a:outerShdw blurRad="615291" dist="307646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2"/>
            <p:cNvSpPr/>
            <p:nvPr/>
          </p:nvSpPr>
          <p:spPr>
            <a:xfrm>
              <a:off x="12188" y="550"/>
              <a:ext cx="1221" cy="1395"/>
            </a:xfrm>
            <a:custGeom>
              <a:avLst/>
              <a:gdLst/>
              <a:ahLst/>
              <a:cxnLst/>
              <a:rect l="l" t="t" r="r" b="b"/>
              <a:pathLst>
                <a:path w="775267" h="886020">
                  <a:moveTo>
                    <a:pt x="752425" y="121309"/>
                  </a:moveTo>
                  <a:cubicBezTo>
                    <a:pt x="777171" y="139306"/>
                    <a:pt x="782708" y="173916"/>
                    <a:pt x="764711" y="198662"/>
                  </a:cubicBezTo>
                  <a:lnTo>
                    <a:pt x="321701" y="807801"/>
                  </a:lnTo>
                  <a:cubicBezTo>
                    <a:pt x="312183" y="820953"/>
                    <a:pt x="297474" y="829086"/>
                    <a:pt x="281207" y="830470"/>
                  </a:cubicBezTo>
                  <a:cubicBezTo>
                    <a:pt x="264941" y="831855"/>
                    <a:pt x="249193" y="825798"/>
                    <a:pt x="237772" y="814377"/>
                  </a:cubicBezTo>
                  <a:lnTo>
                    <a:pt x="16267" y="592872"/>
                  </a:lnTo>
                  <a:cubicBezTo>
                    <a:pt x="-5365" y="571240"/>
                    <a:pt x="-5365" y="536111"/>
                    <a:pt x="16267" y="514480"/>
                  </a:cubicBezTo>
                  <a:cubicBezTo>
                    <a:pt x="37898" y="492848"/>
                    <a:pt x="73027" y="492848"/>
                    <a:pt x="94659" y="514480"/>
                  </a:cubicBezTo>
                  <a:lnTo>
                    <a:pt x="270305" y="690126"/>
                  </a:lnTo>
                  <a:lnTo>
                    <a:pt x="675244" y="133422"/>
                  </a:lnTo>
                  <a:cubicBezTo>
                    <a:pt x="693241" y="108676"/>
                    <a:pt x="727851" y="103138"/>
                    <a:pt x="752598" y="12113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Text 3"/>
          <p:cNvSpPr/>
          <p:nvPr/>
        </p:nvSpPr>
        <p:spPr>
          <a:xfrm>
            <a:off x="6430873" y="2268731"/>
            <a:ext cx="3396409" cy="1181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300" b="1" dirty="0">
                <a:solidFill>
                  <a:srgbClr val="212529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  <a:hlinkClick r:id="rId1" tooltip="" action="ppaction://hlinkfile"/>
              </a:rPr>
              <a:t>谢谢!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42765" y="3745430"/>
            <a:ext cx="1968933" cy="73835"/>
          </a:xfrm>
          <a:custGeom>
            <a:avLst/>
            <a:gdLst/>
            <a:ahLst/>
            <a:cxnLst/>
            <a:rect l="l" t="t" r="r" b="b"/>
            <a:pathLst>
              <a:path w="1968933" h="73835">
                <a:moveTo>
                  <a:pt x="0" y="0"/>
                </a:moveTo>
                <a:lnTo>
                  <a:pt x="1968933" y="0"/>
                </a:lnTo>
                <a:lnTo>
                  <a:pt x="1968933" y="73835"/>
                </a:lnTo>
                <a:lnTo>
                  <a:pt x="0" y="73835"/>
                </a:lnTo>
                <a:lnTo>
                  <a:pt x="0" y="0"/>
                </a:ln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637913" y="4213052"/>
            <a:ext cx="6977405" cy="4922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490" b="1" dirty="0">
                <a:solidFill>
                  <a:srgbClr val="2C3E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扫码体验演示版,拿过期食品换积分</a:t>
            </a:r>
            <a:endParaRPr lang="en-US" sz="1600" dirty="0"/>
          </a:p>
        </p:txBody>
      </p:sp>
      <p:grpSp>
        <p:nvGrpSpPr>
          <p:cNvPr id="3" name="组合 2"/>
          <p:cNvGrpSpPr/>
          <p:nvPr/>
        </p:nvGrpSpPr>
        <p:grpSpPr>
          <a:xfrm>
            <a:off x="4927600" y="5984875"/>
            <a:ext cx="2755900" cy="2755900"/>
            <a:chOff x="7760" y="9425"/>
            <a:chExt cx="4340" cy="4340"/>
          </a:xfrm>
        </p:grpSpPr>
        <p:sp>
          <p:nvSpPr>
            <p:cNvPr id="9" name="Shape 6"/>
            <p:cNvSpPr/>
            <p:nvPr/>
          </p:nvSpPr>
          <p:spPr>
            <a:xfrm>
              <a:off x="7760" y="9425"/>
              <a:ext cx="4341" cy="4341"/>
            </a:xfrm>
            <a:custGeom>
              <a:avLst/>
              <a:gdLst/>
              <a:ahLst/>
              <a:cxnLst/>
              <a:rect l="l" t="t" r="r" b="b"/>
              <a:pathLst>
                <a:path w="2756506" h="2756506">
                  <a:moveTo>
                    <a:pt x="196897" y="0"/>
                  </a:moveTo>
                  <a:lnTo>
                    <a:pt x="2559608" y="0"/>
                  </a:lnTo>
                  <a:cubicBezTo>
                    <a:pt x="2668352" y="0"/>
                    <a:pt x="2756506" y="88154"/>
                    <a:pt x="2756506" y="196897"/>
                  </a:cubicBezTo>
                  <a:lnTo>
                    <a:pt x="2756506" y="2559608"/>
                  </a:lnTo>
                  <a:cubicBezTo>
                    <a:pt x="2756506" y="2668352"/>
                    <a:pt x="2668352" y="2756506"/>
                    <a:pt x="2559608" y="2756506"/>
                  </a:cubicBezTo>
                  <a:lnTo>
                    <a:pt x="196897" y="2756506"/>
                  </a:lnTo>
                  <a:cubicBezTo>
                    <a:pt x="88154" y="2756506"/>
                    <a:pt x="0" y="2668352"/>
                    <a:pt x="0" y="2559608"/>
                  </a:cubicBezTo>
                  <a:lnTo>
                    <a:pt x="0" y="196897"/>
                  </a:lnTo>
                  <a:cubicBezTo>
                    <a:pt x="0" y="88154"/>
                    <a:pt x="88154" y="0"/>
                    <a:pt x="196897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615291" dist="307646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8070" y="9735"/>
              <a:ext cx="3720" cy="3720"/>
              <a:chOff x="8070" y="9735"/>
              <a:chExt cx="3720" cy="3720"/>
            </a:xfrm>
          </p:grpSpPr>
          <p:sp>
            <p:nvSpPr>
              <p:cNvPr id="10" name="Shape 7">
                <a:hlinkClick r:id="rId3" action="ppaction://hlinkfile"/>
              </p:cNvPr>
              <p:cNvSpPr/>
              <p:nvPr/>
            </p:nvSpPr>
            <p:spPr>
              <a:xfrm>
                <a:off x="8070" y="9735"/>
                <a:ext cx="3721" cy="3721"/>
              </a:xfrm>
              <a:custGeom>
                <a:avLst/>
                <a:gdLst/>
                <a:ahLst/>
                <a:cxnLst/>
                <a:rect l="l" t="t" r="r" b="b"/>
                <a:pathLst>
                  <a:path w="2362719" h="2362719">
                    <a:moveTo>
                      <a:pt x="147670" y="0"/>
                    </a:moveTo>
                    <a:lnTo>
                      <a:pt x="2215049" y="0"/>
                    </a:lnTo>
                    <a:cubicBezTo>
                      <a:pt x="2296605" y="0"/>
                      <a:pt x="2362719" y="66114"/>
                      <a:pt x="2362719" y="147670"/>
                    </a:cubicBezTo>
                    <a:lnTo>
                      <a:pt x="2362719" y="2215049"/>
                    </a:lnTo>
                    <a:cubicBezTo>
                      <a:pt x="2362719" y="2296605"/>
                      <a:pt x="2296605" y="2362719"/>
                      <a:pt x="2215049" y="2362719"/>
                    </a:cubicBezTo>
                    <a:lnTo>
                      <a:pt x="147670" y="2362719"/>
                    </a:lnTo>
                    <a:cubicBezTo>
                      <a:pt x="66114" y="2362719"/>
                      <a:pt x="0" y="2296605"/>
                      <a:pt x="0" y="2215049"/>
                    </a:cubicBezTo>
                    <a:lnTo>
                      <a:pt x="0" y="147670"/>
                    </a:lnTo>
                    <a:cubicBezTo>
                      <a:pt x="0" y="66169"/>
                      <a:pt x="66169" y="0"/>
                      <a:pt x="147670" y="0"/>
                    </a:cubicBez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8690" y="9968"/>
                <a:ext cx="2481" cy="2481"/>
              </a:xfrm>
              <a:custGeom>
                <a:avLst/>
                <a:gdLst/>
                <a:ahLst/>
                <a:cxnLst/>
                <a:rect l="l" t="t" r="r" b="b"/>
                <a:pathLst>
                  <a:path w="1575146" h="1575146">
                    <a:moveTo>
                      <a:pt x="147670" y="0"/>
                    </a:moveTo>
                    <a:lnTo>
                      <a:pt x="1427476" y="0"/>
                    </a:lnTo>
                    <a:cubicBezTo>
                      <a:pt x="1509032" y="0"/>
                      <a:pt x="1575146" y="66114"/>
                      <a:pt x="1575146" y="147670"/>
                    </a:cubicBezTo>
                    <a:lnTo>
                      <a:pt x="1575146" y="1427476"/>
                    </a:lnTo>
                    <a:cubicBezTo>
                      <a:pt x="1575146" y="1509032"/>
                      <a:pt x="1509032" y="1575146"/>
                      <a:pt x="1427476" y="1575146"/>
                    </a:cubicBezTo>
                    <a:lnTo>
                      <a:pt x="147670" y="1575146"/>
                    </a:lnTo>
                    <a:cubicBezTo>
                      <a:pt x="66114" y="1575146"/>
                      <a:pt x="0" y="1509032"/>
                      <a:pt x="0" y="1427476"/>
                    </a:cubicBezTo>
                    <a:lnTo>
                      <a:pt x="0" y="147670"/>
                    </a:lnTo>
                    <a:cubicBezTo>
                      <a:pt x="0" y="66169"/>
                      <a:pt x="66169" y="0"/>
                      <a:pt x="147670" y="0"/>
                    </a:cubicBezTo>
                    <a:close/>
                  </a:path>
                </a:pathLst>
              </a:custGeom>
              <a:solidFill>
                <a:srgbClr val="07C160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Shape 9"/>
              <p:cNvSpPr/>
              <p:nvPr/>
            </p:nvSpPr>
            <p:spPr>
              <a:xfrm>
                <a:off x="9320" y="10511"/>
                <a:ext cx="1221" cy="1395"/>
              </a:xfrm>
              <a:custGeom>
                <a:avLst/>
                <a:gdLst/>
                <a:ahLst/>
                <a:cxnLst/>
                <a:rect l="l" t="t" r="r" b="b"/>
                <a:pathLst>
                  <a:path w="775267" h="886020">
                    <a:moveTo>
                      <a:pt x="110752" y="276881"/>
                    </a:moveTo>
                    <a:lnTo>
                      <a:pt x="221505" y="276881"/>
                    </a:lnTo>
                    <a:lnTo>
                      <a:pt x="221505" y="166129"/>
                    </a:lnTo>
                    <a:lnTo>
                      <a:pt x="110752" y="166129"/>
                    </a:lnTo>
                    <a:lnTo>
                      <a:pt x="110752" y="276881"/>
                    </a:lnTo>
                    <a:close/>
                    <a:moveTo>
                      <a:pt x="0" y="138441"/>
                    </a:moveTo>
                    <a:cubicBezTo>
                      <a:pt x="0" y="92582"/>
                      <a:pt x="37206" y="55376"/>
                      <a:pt x="83064" y="55376"/>
                    </a:cubicBezTo>
                    <a:lnTo>
                      <a:pt x="249193" y="55376"/>
                    </a:lnTo>
                    <a:cubicBezTo>
                      <a:pt x="295051" y="55376"/>
                      <a:pt x="332257" y="92582"/>
                      <a:pt x="332257" y="138441"/>
                    </a:cubicBezTo>
                    <a:lnTo>
                      <a:pt x="332257" y="304569"/>
                    </a:lnTo>
                    <a:cubicBezTo>
                      <a:pt x="332257" y="350428"/>
                      <a:pt x="295051" y="387634"/>
                      <a:pt x="249193" y="387634"/>
                    </a:cubicBezTo>
                    <a:lnTo>
                      <a:pt x="83064" y="387634"/>
                    </a:lnTo>
                    <a:cubicBezTo>
                      <a:pt x="37206" y="387634"/>
                      <a:pt x="0" y="350428"/>
                      <a:pt x="0" y="304569"/>
                    </a:cubicBezTo>
                    <a:lnTo>
                      <a:pt x="0" y="138441"/>
                    </a:lnTo>
                    <a:close/>
                    <a:moveTo>
                      <a:pt x="110752" y="719891"/>
                    </a:moveTo>
                    <a:lnTo>
                      <a:pt x="221505" y="719891"/>
                    </a:lnTo>
                    <a:lnTo>
                      <a:pt x="221505" y="609139"/>
                    </a:lnTo>
                    <a:lnTo>
                      <a:pt x="110752" y="609139"/>
                    </a:lnTo>
                    <a:lnTo>
                      <a:pt x="110752" y="719891"/>
                    </a:lnTo>
                    <a:close/>
                    <a:moveTo>
                      <a:pt x="0" y="581450"/>
                    </a:moveTo>
                    <a:cubicBezTo>
                      <a:pt x="0" y="535592"/>
                      <a:pt x="37206" y="498386"/>
                      <a:pt x="83064" y="498386"/>
                    </a:cubicBezTo>
                    <a:lnTo>
                      <a:pt x="249193" y="498386"/>
                    </a:lnTo>
                    <a:cubicBezTo>
                      <a:pt x="295051" y="498386"/>
                      <a:pt x="332257" y="535592"/>
                      <a:pt x="332257" y="581450"/>
                    </a:cubicBezTo>
                    <a:lnTo>
                      <a:pt x="332257" y="747579"/>
                    </a:lnTo>
                    <a:cubicBezTo>
                      <a:pt x="332257" y="793438"/>
                      <a:pt x="295051" y="830643"/>
                      <a:pt x="249193" y="830643"/>
                    </a:cubicBezTo>
                    <a:lnTo>
                      <a:pt x="83064" y="830643"/>
                    </a:lnTo>
                    <a:cubicBezTo>
                      <a:pt x="37206" y="830643"/>
                      <a:pt x="0" y="793438"/>
                      <a:pt x="0" y="747579"/>
                    </a:cubicBezTo>
                    <a:lnTo>
                      <a:pt x="0" y="581450"/>
                    </a:lnTo>
                    <a:close/>
                    <a:moveTo>
                      <a:pt x="553762" y="166129"/>
                    </a:moveTo>
                    <a:lnTo>
                      <a:pt x="553762" y="276881"/>
                    </a:lnTo>
                    <a:lnTo>
                      <a:pt x="664515" y="276881"/>
                    </a:lnTo>
                    <a:lnTo>
                      <a:pt x="664515" y="166129"/>
                    </a:lnTo>
                    <a:lnTo>
                      <a:pt x="553762" y="166129"/>
                    </a:lnTo>
                    <a:close/>
                    <a:moveTo>
                      <a:pt x="526074" y="55376"/>
                    </a:moveTo>
                    <a:lnTo>
                      <a:pt x="692203" y="55376"/>
                    </a:lnTo>
                    <a:cubicBezTo>
                      <a:pt x="738061" y="55376"/>
                      <a:pt x="775267" y="92582"/>
                      <a:pt x="775267" y="138441"/>
                    </a:cubicBezTo>
                    <a:lnTo>
                      <a:pt x="775267" y="304569"/>
                    </a:lnTo>
                    <a:cubicBezTo>
                      <a:pt x="775267" y="350428"/>
                      <a:pt x="738061" y="387634"/>
                      <a:pt x="692203" y="387634"/>
                    </a:cubicBezTo>
                    <a:lnTo>
                      <a:pt x="526074" y="387634"/>
                    </a:lnTo>
                    <a:cubicBezTo>
                      <a:pt x="480216" y="387634"/>
                      <a:pt x="443010" y="350428"/>
                      <a:pt x="443010" y="304569"/>
                    </a:cubicBezTo>
                    <a:lnTo>
                      <a:pt x="443010" y="138441"/>
                    </a:lnTo>
                    <a:cubicBezTo>
                      <a:pt x="443010" y="92582"/>
                      <a:pt x="480216" y="55376"/>
                      <a:pt x="526074" y="55376"/>
                    </a:cubicBezTo>
                    <a:close/>
                    <a:moveTo>
                      <a:pt x="498386" y="609139"/>
                    </a:moveTo>
                    <a:cubicBezTo>
                      <a:pt x="467823" y="609139"/>
                      <a:pt x="443010" y="584325"/>
                      <a:pt x="443010" y="553762"/>
                    </a:cubicBezTo>
                    <a:cubicBezTo>
                      <a:pt x="443010" y="523199"/>
                      <a:pt x="467823" y="498386"/>
                      <a:pt x="498386" y="498386"/>
                    </a:cubicBezTo>
                    <a:cubicBezTo>
                      <a:pt x="528949" y="498386"/>
                      <a:pt x="553762" y="523199"/>
                      <a:pt x="553762" y="553762"/>
                    </a:cubicBezTo>
                    <a:cubicBezTo>
                      <a:pt x="553762" y="584325"/>
                      <a:pt x="528949" y="609139"/>
                      <a:pt x="498386" y="609139"/>
                    </a:cubicBezTo>
                    <a:close/>
                    <a:moveTo>
                      <a:pt x="498386" y="719891"/>
                    </a:moveTo>
                    <a:cubicBezTo>
                      <a:pt x="529016" y="719891"/>
                      <a:pt x="553762" y="744637"/>
                      <a:pt x="553762" y="775267"/>
                    </a:cubicBezTo>
                    <a:cubicBezTo>
                      <a:pt x="553762" y="805897"/>
                      <a:pt x="529016" y="830643"/>
                      <a:pt x="498386" y="830643"/>
                    </a:cubicBezTo>
                    <a:cubicBezTo>
                      <a:pt x="467756" y="830643"/>
                      <a:pt x="443010" y="805897"/>
                      <a:pt x="443010" y="775267"/>
                    </a:cubicBezTo>
                    <a:cubicBezTo>
                      <a:pt x="443010" y="744637"/>
                      <a:pt x="467756" y="719891"/>
                      <a:pt x="498386" y="719891"/>
                    </a:cubicBezTo>
                    <a:close/>
                    <a:moveTo>
                      <a:pt x="664515" y="775267"/>
                    </a:moveTo>
                    <a:cubicBezTo>
                      <a:pt x="664515" y="744637"/>
                      <a:pt x="689261" y="719891"/>
                      <a:pt x="719891" y="719891"/>
                    </a:cubicBezTo>
                    <a:cubicBezTo>
                      <a:pt x="750521" y="719891"/>
                      <a:pt x="775267" y="744637"/>
                      <a:pt x="775267" y="775267"/>
                    </a:cubicBezTo>
                    <a:cubicBezTo>
                      <a:pt x="775267" y="805897"/>
                      <a:pt x="750521" y="830643"/>
                      <a:pt x="719891" y="830643"/>
                    </a:cubicBezTo>
                    <a:cubicBezTo>
                      <a:pt x="689261" y="830643"/>
                      <a:pt x="664515" y="805897"/>
                      <a:pt x="664515" y="775267"/>
                    </a:cubicBezTo>
                    <a:close/>
                    <a:moveTo>
                      <a:pt x="719891" y="609139"/>
                    </a:moveTo>
                    <a:cubicBezTo>
                      <a:pt x="689328" y="609139"/>
                      <a:pt x="664515" y="584325"/>
                      <a:pt x="664515" y="553762"/>
                    </a:cubicBezTo>
                    <a:cubicBezTo>
                      <a:pt x="664515" y="523199"/>
                      <a:pt x="689328" y="498386"/>
                      <a:pt x="719891" y="498386"/>
                    </a:cubicBezTo>
                    <a:cubicBezTo>
                      <a:pt x="750454" y="498386"/>
                      <a:pt x="775267" y="523199"/>
                      <a:pt x="775267" y="553762"/>
                    </a:cubicBezTo>
                    <a:cubicBezTo>
                      <a:pt x="775267" y="584325"/>
                      <a:pt x="750454" y="609139"/>
                      <a:pt x="719891" y="609139"/>
                    </a:cubicBezTo>
                    <a:close/>
                    <a:moveTo>
                      <a:pt x="664515" y="664515"/>
                    </a:moveTo>
                    <a:cubicBezTo>
                      <a:pt x="664515" y="695078"/>
                      <a:pt x="639702" y="719891"/>
                      <a:pt x="609139" y="719891"/>
                    </a:cubicBezTo>
                    <a:cubicBezTo>
                      <a:pt x="578576" y="719891"/>
                      <a:pt x="553762" y="695078"/>
                      <a:pt x="553762" y="664515"/>
                    </a:cubicBezTo>
                    <a:cubicBezTo>
                      <a:pt x="553762" y="633952"/>
                      <a:pt x="578576" y="609139"/>
                      <a:pt x="609139" y="609139"/>
                    </a:cubicBezTo>
                    <a:cubicBezTo>
                      <a:pt x="639702" y="609139"/>
                      <a:pt x="664515" y="633952"/>
                      <a:pt x="664515" y="66451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Text 10"/>
          <p:cNvSpPr/>
          <p:nvPr/>
        </p:nvSpPr>
        <p:spPr>
          <a:xfrm>
            <a:off x="5463019" y="8052471"/>
            <a:ext cx="1685899" cy="344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扫码体验</a:t>
            </a: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4"/>
            </p:custDataLst>
          </p:nvPr>
        </p:nvSpPr>
        <p:spPr>
          <a:xfrm>
            <a:off x="8274901" y="5295965"/>
            <a:ext cx="3051846" cy="1181360"/>
          </a:xfrm>
          <a:custGeom>
            <a:avLst/>
            <a:gdLst/>
            <a:ahLst/>
            <a:cxnLst/>
            <a:rect l="l" t="t" r="r" b="b"/>
            <a:pathLst>
              <a:path w="3051846" h="1181360">
                <a:moveTo>
                  <a:pt x="147670" y="0"/>
                </a:moveTo>
                <a:lnTo>
                  <a:pt x="2904176" y="0"/>
                </a:lnTo>
                <a:cubicBezTo>
                  <a:pt x="2985731" y="0"/>
                  <a:pt x="3051846" y="66114"/>
                  <a:pt x="3051846" y="147670"/>
                </a:cubicBezTo>
                <a:lnTo>
                  <a:pt x="3051846" y="1033690"/>
                </a:lnTo>
                <a:cubicBezTo>
                  <a:pt x="3051846" y="1115191"/>
                  <a:pt x="2985677" y="1181360"/>
                  <a:pt x="2904176" y="1181360"/>
                </a:cubicBezTo>
                <a:lnTo>
                  <a:pt x="147670" y="1181360"/>
                </a:lnTo>
                <a:cubicBezTo>
                  <a:pt x="66114" y="1181360"/>
                  <a:pt x="0" y="1115245"/>
                  <a:pt x="0" y="1033690"/>
                </a:cubicBezTo>
                <a:lnTo>
                  <a:pt x="0" y="147670"/>
                </a:lnTo>
                <a:cubicBezTo>
                  <a:pt x="0" y="66169"/>
                  <a:pt x="66169" y="0"/>
                  <a:pt x="14767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84587" dist="123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>
            <p:custDataLst>
              <p:tags r:id="rId5"/>
            </p:custDataLst>
          </p:nvPr>
        </p:nvSpPr>
        <p:spPr>
          <a:xfrm>
            <a:off x="8570241" y="5492858"/>
            <a:ext cx="787573" cy="787573"/>
          </a:xfrm>
          <a:custGeom>
            <a:avLst/>
            <a:gdLst/>
            <a:ahLst/>
            <a:cxnLst/>
            <a:rect l="l" t="t" r="r" b="b"/>
            <a:pathLst>
              <a:path w="787573" h="787573">
                <a:moveTo>
                  <a:pt x="98447" y="0"/>
                </a:moveTo>
                <a:lnTo>
                  <a:pt x="689126" y="0"/>
                </a:lnTo>
                <a:cubicBezTo>
                  <a:pt x="743497" y="0"/>
                  <a:pt x="787573" y="44076"/>
                  <a:pt x="787573" y="98447"/>
                </a:cubicBezTo>
                <a:lnTo>
                  <a:pt x="787573" y="689126"/>
                </a:lnTo>
                <a:cubicBezTo>
                  <a:pt x="787573" y="743497"/>
                  <a:pt x="743497" y="787573"/>
                  <a:pt x="689126" y="787573"/>
                </a:cubicBezTo>
                <a:lnTo>
                  <a:pt x="98447" y="787573"/>
                </a:lnTo>
                <a:cubicBezTo>
                  <a:pt x="44076" y="787573"/>
                  <a:pt x="0" y="743497"/>
                  <a:pt x="0" y="689126"/>
                </a:cubicBezTo>
                <a:lnTo>
                  <a:pt x="0" y="98447"/>
                </a:lnTo>
                <a:cubicBezTo>
                  <a:pt x="0" y="44112"/>
                  <a:pt x="44112" y="0"/>
                  <a:pt x="98447" y="0"/>
                </a:cubicBezTo>
                <a:close/>
              </a:path>
            </a:pathLst>
          </a:custGeom>
          <a:solidFill>
            <a:srgbClr val="07C1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>
            <p:custDataLst>
              <p:tags r:id="rId6"/>
            </p:custDataLst>
          </p:nvPr>
        </p:nvSpPr>
        <p:spPr>
          <a:xfrm>
            <a:off x="8797899" y="5738975"/>
            <a:ext cx="332257" cy="295340"/>
          </a:xfrm>
          <a:custGeom>
            <a:avLst/>
            <a:gdLst/>
            <a:ahLst/>
            <a:cxnLst/>
            <a:rect l="l" t="t" r="r" b="b"/>
            <a:pathLst>
              <a:path w="332257" h="295340">
                <a:moveTo>
                  <a:pt x="222197" y="96678"/>
                </a:moveTo>
                <a:cubicBezTo>
                  <a:pt x="225889" y="96678"/>
                  <a:pt x="229465" y="96851"/>
                  <a:pt x="233042" y="97312"/>
                </a:cubicBezTo>
                <a:cubicBezTo>
                  <a:pt x="223466" y="52088"/>
                  <a:pt x="174954" y="18459"/>
                  <a:pt x="119809" y="18459"/>
                </a:cubicBezTo>
                <a:cubicBezTo>
                  <a:pt x="57972" y="18459"/>
                  <a:pt x="7499" y="60452"/>
                  <a:pt x="7499" y="113867"/>
                </a:cubicBezTo>
                <a:cubicBezTo>
                  <a:pt x="7499" y="144670"/>
                  <a:pt x="24400" y="170109"/>
                  <a:pt x="52434" y="189779"/>
                </a:cubicBezTo>
                <a:lnTo>
                  <a:pt x="41301" y="223582"/>
                </a:lnTo>
                <a:lnTo>
                  <a:pt x="80526" y="203911"/>
                </a:lnTo>
                <a:cubicBezTo>
                  <a:pt x="94601" y="206680"/>
                  <a:pt x="105792" y="209507"/>
                  <a:pt x="119866" y="209507"/>
                </a:cubicBezTo>
                <a:cubicBezTo>
                  <a:pt x="123443" y="209507"/>
                  <a:pt x="126846" y="209334"/>
                  <a:pt x="130423" y="209045"/>
                </a:cubicBezTo>
                <a:cubicBezTo>
                  <a:pt x="128115" y="201604"/>
                  <a:pt x="126846" y="193701"/>
                  <a:pt x="126846" y="185510"/>
                </a:cubicBezTo>
                <a:cubicBezTo>
                  <a:pt x="126788" y="136537"/>
                  <a:pt x="168898" y="96678"/>
                  <a:pt x="222197" y="96678"/>
                </a:cubicBezTo>
                <a:close/>
                <a:moveTo>
                  <a:pt x="161918" y="66163"/>
                </a:moveTo>
                <a:cubicBezTo>
                  <a:pt x="170282" y="66163"/>
                  <a:pt x="175877" y="71758"/>
                  <a:pt x="175877" y="80238"/>
                </a:cubicBezTo>
                <a:cubicBezTo>
                  <a:pt x="175877" y="88602"/>
                  <a:pt x="170282" y="94197"/>
                  <a:pt x="161918" y="94197"/>
                </a:cubicBezTo>
                <a:cubicBezTo>
                  <a:pt x="153381" y="94197"/>
                  <a:pt x="145017" y="88602"/>
                  <a:pt x="145017" y="80238"/>
                </a:cubicBezTo>
                <a:cubicBezTo>
                  <a:pt x="145074" y="71758"/>
                  <a:pt x="153438" y="66163"/>
                  <a:pt x="161918" y="66163"/>
                </a:cubicBezTo>
                <a:close/>
                <a:moveTo>
                  <a:pt x="83237" y="94197"/>
                </a:moveTo>
                <a:cubicBezTo>
                  <a:pt x="74873" y="94197"/>
                  <a:pt x="66336" y="88602"/>
                  <a:pt x="66336" y="80238"/>
                </a:cubicBezTo>
                <a:cubicBezTo>
                  <a:pt x="66336" y="71701"/>
                  <a:pt x="74873" y="66163"/>
                  <a:pt x="83237" y="66163"/>
                </a:cubicBezTo>
                <a:cubicBezTo>
                  <a:pt x="91775" y="66163"/>
                  <a:pt x="97312" y="71758"/>
                  <a:pt x="97312" y="80238"/>
                </a:cubicBezTo>
                <a:cubicBezTo>
                  <a:pt x="97312" y="88660"/>
                  <a:pt x="91775" y="94197"/>
                  <a:pt x="83237" y="94197"/>
                </a:cubicBezTo>
                <a:close/>
                <a:moveTo>
                  <a:pt x="324759" y="184241"/>
                </a:moveTo>
                <a:cubicBezTo>
                  <a:pt x="324759" y="139306"/>
                  <a:pt x="279823" y="102734"/>
                  <a:pt x="229350" y="102734"/>
                </a:cubicBezTo>
                <a:cubicBezTo>
                  <a:pt x="175877" y="102734"/>
                  <a:pt x="133941" y="139306"/>
                  <a:pt x="133941" y="184241"/>
                </a:cubicBezTo>
                <a:cubicBezTo>
                  <a:pt x="133941" y="229177"/>
                  <a:pt x="175935" y="265748"/>
                  <a:pt x="229350" y="265748"/>
                </a:cubicBezTo>
                <a:cubicBezTo>
                  <a:pt x="240483" y="265748"/>
                  <a:pt x="251789" y="262806"/>
                  <a:pt x="263152" y="260038"/>
                </a:cubicBezTo>
                <a:lnTo>
                  <a:pt x="293955" y="276939"/>
                </a:lnTo>
                <a:lnTo>
                  <a:pt x="285418" y="248905"/>
                </a:lnTo>
                <a:cubicBezTo>
                  <a:pt x="308030" y="231946"/>
                  <a:pt x="324759" y="209507"/>
                  <a:pt x="324759" y="184241"/>
                </a:cubicBezTo>
                <a:close/>
                <a:moveTo>
                  <a:pt x="198374" y="170109"/>
                </a:moveTo>
                <a:cubicBezTo>
                  <a:pt x="192779" y="170109"/>
                  <a:pt x="187241" y="164514"/>
                  <a:pt x="187241" y="158803"/>
                </a:cubicBezTo>
                <a:cubicBezTo>
                  <a:pt x="187241" y="153208"/>
                  <a:pt x="192836" y="147670"/>
                  <a:pt x="198374" y="147670"/>
                </a:cubicBezTo>
                <a:cubicBezTo>
                  <a:pt x="206911" y="147670"/>
                  <a:pt x="212449" y="153265"/>
                  <a:pt x="212449" y="158803"/>
                </a:cubicBezTo>
                <a:cubicBezTo>
                  <a:pt x="212449" y="164571"/>
                  <a:pt x="206853" y="170109"/>
                  <a:pt x="198374" y="170109"/>
                </a:cubicBezTo>
                <a:close/>
                <a:moveTo>
                  <a:pt x="260153" y="170109"/>
                </a:moveTo>
                <a:cubicBezTo>
                  <a:pt x="254558" y="170109"/>
                  <a:pt x="249020" y="164514"/>
                  <a:pt x="249020" y="158803"/>
                </a:cubicBezTo>
                <a:cubicBezTo>
                  <a:pt x="249020" y="153208"/>
                  <a:pt x="254615" y="147670"/>
                  <a:pt x="260153" y="147670"/>
                </a:cubicBezTo>
                <a:cubicBezTo>
                  <a:pt x="268517" y="147670"/>
                  <a:pt x="274228" y="153265"/>
                  <a:pt x="274228" y="158803"/>
                </a:cubicBezTo>
                <a:cubicBezTo>
                  <a:pt x="274285" y="164571"/>
                  <a:pt x="268517" y="170109"/>
                  <a:pt x="260153" y="17010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>
            <p:custDataLst>
              <p:tags r:id="rId7"/>
            </p:custDataLst>
          </p:nvPr>
        </p:nvSpPr>
        <p:spPr>
          <a:xfrm>
            <a:off x="9554707" y="5542081"/>
            <a:ext cx="1624369" cy="3937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微信小程序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8"/>
            </p:custDataLst>
          </p:nvPr>
        </p:nvSpPr>
        <p:spPr>
          <a:xfrm>
            <a:off x="9554707" y="5935712"/>
            <a:ext cx="1575146" cy="295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扫码即可使用</a:t>
            </a:r>
            <a:endParaRPr lang="en-US" sz="1600" dirty="0"/>
          </a:p>
        </p:txBody>
      </p:sp>
      <p:sp>
        <p:nvSpPr>
          <p:cNvPr id="24" name="Shape 21"/>
          <p:cNvSpPr/>
          <p:nvPr>
            <p:custDataLst>
              <p:tags r:id="rId9"/>
            </p:custDataLst>
          </p:nvPr>
        </p:nvSpPr>
        <p:spPr>
          <a:xfrm>
            <a:off x="8274901" y="7265749"/>
            <a:ext cx="3051846" cy="1181360"/>
          </a:xfrm>
          <a:custGeom>
            <a:avLst/>
            <a:gdLst/>
            <a:ahLst/>
            <a:cxnLst/>
            <a:rect l="l" t="t" r="r" b="b"/>
            <a:pathLst>
              <a:path w="3051846" h="1181360">
                <a:moveTo>
                  <a:pt x="147670" y="0"/>
                </a:moveTo>
                <a:lnTo>
                  <a:pt x="2904176" y="0"/>
                </a:lnTo>
                <a:cubicBezTo>
                  <a:pt x="2985731" y="0"/>
                  <a:pt x="3051846" y="66114"/>
                  <a:pt x="3051846" y="147670"/>
                </a:cubicBezTo>
                <a:lnTo>
                  <a:pt x="3051846" y="1033690"/>
                </a:lnTo>
                <a:cubicBezTo>
                  <a:pt x="3051846" y="1115191"/>
                  <a:pt x="2985677" y="1181360"/>
                  <a:pt x="2904176" y="1181360"/>
                </a:cubicBezTo>
                <a:lnTo>
                  <a:pt x="147670" y="1181360"/>
                </a:lnTo>
                <a:cubicBezTo>
                  <a:pt x="66114" y="1181360"/>
                  <a:pt x="0" y="1115245"/>
                  <a:pt x="0" y="1033690"/>
                </a:cubicBezTo>
                <a:lnTo>
                  <a:pt x="0" y="147670"/>
                </a:lnTo>
                <a:cubicBezTo>
                  <a:pt x="0" y="66169"/>
                  <a:pt x="66169" y="0"/>
                  <a:pt x="14767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84587" dist="123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>
            <p:custDataLst>
              <p:tags r:id="rId10"/>
            </p:custDataLst>
          </p:nvPr>
        </p:nvSpPr>
        <p:spPr>
          <a:xfrm>
            <a:off x="8570241" y="7462642"/>
            <a:ext cx="787573" cy="787573"/>
          </a:xfrm>
          <a:custGeom>
            <a:avLst/>
            <a:gdLst/>
            <a:ahLst/>
            <a:cxnLst/>
            <a:rect l="l" t="t" r="r" b="b"/>
            <a:pathLst>
              <a:path w="787573" h="787573">
                <a:moveTo>
                  <a:pt x="98447" y="0"/>
                </a:moveTo>
                <a:lnTo>
                  <a:pt x="689126" y="0"/>
                </a:lnTo>
                <a:cubicBezTo>
                  <a:pt x="743497" y="0"/>
                  <a:pt x="787573" y="44076"/>
                  <a:pt x="787573" y="98447"/>
                </a:cubicBezTo>
                <a:lnTo>
                  <a:pt x="787573" y="689126"/>
                </a:lnTo>
                <a:cubicBezTo>
                  <a:pt x="787573" y="743497"/>
                  <a:pt x="743497" y="787573"/>
                  <a:pt x="689126" y="787573"/>
                </a:cubicBezTo>
                <a:lnTo>
                  <a:pt x="98447" y="787573"/>
                </a:lnTo>
                <a:cubicBezTo>
                  <a:pt x="44076" y="787573"/>
                  <a:pt x="0" y="743497"/>
                  <a:pt x="0" y="689126"/>
                </a:cubicBezTo>
                <a:lnTo>
                  <a:pt x="0" y="98447"/>
                </a:lnTo>
                <a:cubicBezTo>
                  <a:pt x="0" y="44112"/>
                  <a:pt x="44112" y="0"/>
                  <a:pt x="98447" y="0"/>
                </a:cubicBezTo>
                <a:close/>
              </a:path>
            </a:pathLst>
          </a:custGeom>
          <a:solidFill>
            <a:srgbClr val="2C3E5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>
            <p:custDataLst>
              <p:tags r:id="rId11"/>
            </p:custDataLst>
          </p:nvPr>
        </p:nvSpPr>
        <p:spPr>
          <a:xfrm>
            <a:off x="8797899" y="8692374"/>
            <a:ext cx="332257" cy="295340"/>
          </a:xfrm>
          <a:custGeom>
            <a:avLst/>
            <a:gdLst/>
            <a:ahLst/>
            <a:cxnLst/>
            <a:rect l="l" t="t" r="r" b="b"/>
            <a:pathLst>
              <a:path w="332257" h="295340">
                <a:moveTo>
                  <a:pt x="178531" y="-10902"/>
                </a:moveTo>
                <a:cubicBezTo>
                  <a:pt x="176166" y="-15517"/>
                  <a:pt x="171378" y="-18459"/>
                  <a:pt x="166186" y="-18459"/>
                </a:cubicBezTo>
                <a:cubicBezTo>
                  <a:pt x="160995" y="-18459"/>
                  <a:pt x="156207" y="-15517"/>
                  <a:pt x="153842" y="-10902"/>
                </a:cubicBezTo>
                <a:lnTo>
                  <a:pt x="111387" y="72278"/>
                </a:lnTo>
                <a:lnTo>
                  <a:pt x="19151" y="86929"/>
                </a:lnTo>
                <a:cubicBezTo>
                  <a:pt x="14017" y="87737"/>
                  <a:pt x="9749" y="91371"/>
                  <a:pt x="8133" y="96332"/>
                </a:cubicBezTo>
                <a:cubicBezTo>
                  <a:pt x="6518" y="101292"/>
                  <a:pt x="7845" y="106715"/>
                  <a:pt x="11479" y="110406"/>
                </a:cubicBezTo>
                <a:lnTo>
                  <a:pt x="77469" y="176454"/>
                </a:lnTo>
                <a:lnTo>
                  <a:pt x="62933" y="268690"/>
                </a:lnTo>
                <a:cubicBezTo>
                  <a:pt x="62125" y="273824"/>
                  <a:pt x="64260" y="279015"/>
                  <a:pt x="68470" y="282073"/>
                </a:cubicBezTo>
                <a:cubicBezTo>
                  <a:pt x="72681" y="285130"/>
                  <a:pt x="78219" y="285591"/>
                  <a:pt x="82891" y="283226"/>
                </a:cubicBezTo>
                <a:lnTo>
                  <a:pt x="166186" y="240887"/>
                </a:lnTo>
                <a:lnTo>
                  <a:pt x="249424" y="283226"/>
                </a:lnTo>
                <a:cubicBezTo>
                  <a:pt x="254038" y="285591"/>
                  <a:pt x="259634" y="285130"/>
                  <a:pt x="263845" y="282073"/>
                </a:cubicBezTo>
                <a:cubicBezTo>
                  <a:pt x="268056" y="279015"/>
                  <a:pt x="270190" y="273882"/>
                  <a:pt x="269382" y="268690"/>
                </a:cubicBezTo>
                <a:lnTo>
                  <a:pt x="254788" y="176454"/>
                </a:lnTo>
                <a:lnTo>
                  <a:pt x="320778" y="110406"/>
                </a:lnTo>
                <a:cubicBezTo>
                  <a:pt x="324470" y="106715"/>
                  <a:pt x="325739" y="101292"/>
                  <a:pt x="324124" y="96332"/>
                </a:cubicBezTo>
                <a:cubicBezTo>
                  <a:pt x="322509" y="91371"/>
                  <a:pt x="318298" y="87737"/>
                  <a:pt x="313106" y="86929"/>
                </a:cubicBezTo>
                <a:lnTo>
                  <a:pt x="220928" y="72278"/>
                </a:lnTo>
                <a:lnTo>
                  <a:pt x="178531" y="-1090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>
            <p:custDataLst>
              <p:tags r:id="rId12"/>
            </p:custDataLst>
          </p:nvPr>
        </p:nvSpPr>
        <p:spPr>
          <a:xfrm>
            <a:off x="9554707" y="7511865"/>
            <a:ext cx="1329030" cy="3937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欢迎体验</a:t>
            </a:r>
            <a:endParaRPr lang="en-US" sz="1600" dirty="0"/>
          </a:p>
        </p:txBody>
      </p:sp>
      <p:sp>
        <p:nvSpPr>
          <p:cNvPr id="28" name="Text 25"/>
          <p:cNvSpPr/>
          <p:nvPr>
            <p:custDataLst>
              <p:tags r:id="rId13"/>
            </p:custDataLst>
          </p:nvPr>
        </p:nvSpPr>
        <p:spPr>
          <a:xfrm>
            <a:off x="9554707" y="7905496"/>
            <a:ext cx="1279806" cy="295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2C3E5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期待您的反馈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2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3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4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5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6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7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8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9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ags/tag10.xml><?xml version="1.0" encoding="utf-8"?>
<p:tagLst xmlns:p="http://schemas.openxmlformats.org/presentationml/2006/main">
  <p:tag name="KSO_WM_DIAGRAM_VIRTUALLY_FRAME" val="{&quot;height&quot;:325.57157480314964,&quot;left&quot;:651.5670078740158,&quot;top&quot;:417.00511811023625,&quot;width&quot;:240.3028346456691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WPS 演示</Application>
  <PresentationFormat>自定义</PresentationFormat>
  <Paragraphs>434</Paragraphs>
  <Slides>11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阿里妈妈数黑体</vt:lpstr>
      <vt:lpstr>阿里妈妈数黑体</vt:lpstr>
      <vt:lpstr>微软雅黑</vt:lpstr>
      <vt:lpstr>Calibri</vt:lpstr>
      <vt:lpstr>Arial Unicode MS</vt:lpstr>
      <vt:lpstr>等线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微信食品保质期管家 · 期末答辩</dc:title>
  <dc:creator>Kimi</dc:creator>
  <dc:subject>微信食品保质期管家 · 期末答辩</dc:subject>
  <cp:lastModifiedBy>武侠</cp:lastModifiedBy>
  <cp:revision>14</cp:revision>
  <dcterms:created xsi:type="dcterms:W3CDTF">2025-12-26T13:40:00Z</dcterms:created>
  <dcterms:modified xsi:type="dcterms:W3CDTF">2026-01-09T01:56:21Z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{"Label":"微信食品保质期管家 · 期末答辩","ContentProducer":"001191110108MACG2KBH8F10000","ProduceID":"19b5ac18-f732-864d-8000-000076008d17","ReservedCode1":"","ContentPropagator":"001191110108MACG2KBH8F20000","PropagateID":"19b5ac18-f732-864d-8000-000076008d17","ReservedCode2":""}</vt:lpwstr>
  </property>
  <property fmtid="{D5CDD505-2E9C-101B-9397-08002B2CF9AE}" pid="3" name="ICV">
    <vt:lpwstr>0D6D79E705AA42DB86A86B89A1CD2E2C_12</vt:lpwstr>
  </property>
  <property fmtid="{D5CDD505-2E9C-101B-9397-08002B2CF9AE}" pid="4" name="KSOProductBuildVer">
    <vt:lpwstr>2052-12.1.0.18912</vt:lpwstr>
  </property>
</Properties>
</file>